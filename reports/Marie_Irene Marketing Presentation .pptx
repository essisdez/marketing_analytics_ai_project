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75" r:id="rId3"/>
    <p:sldId id="276" r:id="rId4"/>
    <p:sldId id="277" r:id="rId5"/>
    <p:sldId id="278" r:id="rId6"/>
    <p:sldId id="279" r:id="rId7"/>
    <p:sldId id="280" r:id="rId8"/>
    <p:sldId id="28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277F43-E6E7-9D2C-3328-68EE16AAE3C6}" v="48" dt="2025-09-12T12:33:54.3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lebohile Lesitsi" userId="39448b108b7a83c7" providerId="Windows Live" clId="Web-{57277F43-E6E7-9D2C-3328-68EE16AAE3C6}"/>
    <pc:docChg chg="modSld">
      <pc:chgData name="Relebohile Lesitsi" userId="39448b108b7a83c7" providerId="Windows Live" clId="Web-{57277F43-E6E7-9D2C-3328-68EE16AAE3C6}" dt="2025-09-12T12:33:54.368" v="56" actId="14100"/>
      <pc:docMkLst>
        <pc:docMk/>
      </pc:docMkLst>
      <pc:sldChg chg="modSp">
        <pc:chgData name="Relebohile Lesitsi" userId="39448b108b7a83c7" providerId="Windows Live" clId="Web-{57277F43-E6E7-9D2C-3328-68EE16AAE3C6}" dt="2025-09-12T12:12:29.360" v="8" actId="14100"/>
        <pc:sldMkLst>
          <pc:docMk/>
          <pc:sldMk cId="4288784175" sldId="260"/>
        </pc:sldMkLst>
        <pc:spChg chg="mod">
          <ac:chgData name="Relebohile Lesitsi" userId="39448b108b7a83c7" providerId="Windows Live" clId="Web-{57277F43-E6E7-9D2C-3328-68EE16AAE3C6}" dt="2025-09-12T12:12:29.360" v="8" actId="14100"/>
          <ac:spMkLst>
            <pc:docMk/>
            <pc:sldMk cId="4288784175" sldId="260"/>
            <ac:spMk id="3" creationId="{00000000-0000-0000-0000-000000000000}"/>
          </ac:spMkLst>
        </pc:spChg>
      </pc:sldChg>
      <pc:sldChg chg="modSp">
        <pc:chgData name="Relebohile Lesitsi" userId="39448b108b7a83c7" providerId="Windows Live" clId="Web-{57277F43-E6E7-9D2C-3328-68EE16AAE3C6}" dt="2025-09-12T12:12:38.876" v="9" actId="20577"/>
        <pc:sldMkLst>
          <pc:docMk/>
          <pc:sldMk cId="1459721355" sldId="275"/>
        </pc:sldMkLst>
        <pc:spChg chg="mod">
          <ac:chgData name="Relebohile Lesitsi" userId="39448b108b7a83c7" providerId="Windows Live" clId="Web-{57277F43-E6E7-9D2C-3328-68EE16AAE3C6}" dt="2025-09-12T12:12:38.876" v="9" actId="20577"/>
          <ac:spMkLst>
            <pc:docMk/>
            <pc:sldMk cId="1459721355" sldId="275"/>
            <ac:spMk id="3" creationId="{00000000-0000-0000-0000-000000000000}"/>
          </ac:spMkLst>
        </pc:spChg>
      </pc:sldChg>
      <pc:sldChg chg="modSp">
        <pc:chgData name="Relebohile Lesitsi" userId="39448b108b7a83c7" providerId="Windows Live" clId="Web-{57277F43-E6E7-9D2C-3328-68EE16AAE3C6}" dt="2025-09-12T12:12:50.563" v="10" actId="14100"/>
        <pc:sldMkLst>
          <pc:docMk/>
          <pc:sldMk cId="1787826728" sldId="276"/>
        </pc:sldMkLst>
        <pc:graphicFrameChg chg="mod">
          <ac:chgData name="Relebohile Lesitsi" userId="39448b108b7a83c7" providerId="Windows Live" clId="Web-{57277F43-E6E7-9D2C-3328-68EE16AAE3C6}" dt="2025-09-12T12:12:50.563" v="10" actId="14100"/>
          <ac:graphicFrameMkLst>
            <pc:docMk/>
            <pc:sldMk cId="1787826728" sldId="276"/>
            <ac:graphicFrameMk id="6" creationId="{241963E3-7429-A2C8-3716-5540D7DC6306}"/>
          </ac:graphicFrameMkLst>
        </pc:graphicFrameChg>
      </pc:sldChg>
      <pc:sldChg chg="modSp">
        <pc:chgData name="Relebohile Lesitsi" userId="39448b108b7a83c7" providerId="Windows Live" clId="Web-{57277F43-E6E7-9D2C-3328-68EE16AAE3C6}" dt="2025-09-12T12:14:19.612" v="14" actId="14100"/>
        <pc:sldMkLst>
          <pc:docMk/>
          <pc:sldMk cId="631847631" sldId="277"/>
        </pc:sldMkLst>
        <pc:graphicFrameChg chg="mod">
          <ac:chgData name="Relebohile Lesitsi" userId="39448b108b7a83c7" providerId="Windows Live" clId="Web-{57277F43-E6E7-9D2C-3328-68EE16AAE3C6}" dt="2025-09-12T12:14:19.612" v="14" actId="14100"/>
          <ac:graphicFrameMkLst>
            <pc:docMk/>
            <pc:sldMk cId="631847631" sldId="277"/>
            <ac:graphicFrameMk id="6" creationId="{43F7262A-99FE-4BB6-1F04-5FDB872CC2D5}"/>
          </ac:graphicFrameMkLst>
        </pc:graphicFrameChg>
      </pc:sldChg>
      <pc:sldChg chg="addSp modSp">
        <pc:chgData name="Relebohile Lesitsi" userId="39448b108b7a83c7" providerId="Windows Live" clId="Web-{57277F43-E6E7-9D2C-3328-68EE16AAE3C6}" dt="2025-09-12T12:32:08.227" v="39" actId="1076"/>
        <pc:sldMkLst>
          <pc:docMk/>
          <pc:sldMk cId="44715034" sldId="278"/>
        </pc:sldMkLst>
        <pc:spChg chg="mod">
          <ac:chgData name="Relebohile Lesitsi" userId="39448b108b7a83c7" providerId="Windows Live" clId="Web-{57277F43-E6E7-9D2C-3328-68EE16AAE3C6}" dt="2025-09-12T12:31:38.695" v="35" actId="14100"/>
          <ac:spMkLst>
            <pc:docMk/>
            <pc:sldMk cId="44715034" sldId="278"/>
            <ac:spMk id="2" creationId="{00000000-0000-0000-0000-000000000000}"/>
          </ac:spMkLst>
        </pc:spChg>
        <pc:graphicFrameChg chg="mod">
          <ac:chgData name="Relebohile Lesitsi" userId="39448b108b7a83c7" providerId="Windows Live" clId="Web-{57277F43-E6E7-9D2C-3328-68EE16AAE3C6}" dt="2025-09-12T12:31:49.914" v="37" actId="14100"/>
          <ac:graphicFrameMkLst>
            <pc:docMk/>
            <pc:sldMk cId="44715034" sldId="278"/>
            <ac:graphicFrameMk id="6" creationId="{C75A3CD9-2B55-ADF0-7805-20C7CB213214}"/>
          </ac:graphicFrameMkLst>
        </pc:graphicFrameChg>
        <pc:picChg chg="add mod">
          <ac:chgData name="Relebohile Lesitsi" userId="39448b108b7a83c7" providerId="Windows Live" clId="Web-{57277F43-E6E7-9D2C-3328-68EE16AAE3C6}" dt="2025-09-12T12:32:08.227" v="39" actId="1076"/>
          <ac:picMkLst>
            <pc:docMk/>
            <pc:sldMk cId="44715034" sldId="278"/>
            <ac:picMk id="22" creationId="{6AE10EE6-2A10-31B9-5683-B003CD035AB8}"/>
          </ac:picMkLst>
        </pc:picChg>
      </pc:sldChg>
      <pc:sldChg chg="modSp">
        <pc:chgData name="Relebohile Lesitsi" userId="39448b108b7a83c7" providerId="Windows Live" clId="Web-{57277F43-E6E7-9D2C-3328-68EE16AAE3C6}" dt="2025-09-12T12:14:54.581" v="16" actId="14100"/>
        <pc:sldMkLst>
          <pc:docMk/>
          <pc:sldMk cId="551355543" sldId="279"/>
        </pc:sldMkLst>
        <pc:graphicFrameChg chg="mod">
          <ac:chgData name="Relebohile Lesitsi" userId="39448b108b7a83c7" providerId="Windows Live" clId="Web-{57277F43-E6E7-9D2C-3328-68EE16AAE3C6}" dt="2025-09-12T12:14:54.581" v="16" actId="14100"/>
          <ac:graphicFrameMkLst>
            <pc:docMk/>
            <pc:sldMk cId="551355543" sldId="279"/>
            <ac:graphicFrameMk id="6" creationId="{6C66311F-4FEF-C1EE-1A1B-C8B10A6E3E32}"/>
          </ac:graphicFrameMkLst>
        </pc:graphicFrameChg>
      </pc:sldChg>
      <pc:sldChg chg="addSp modSp">
        <pc:chgData name="Relebohile Lesitsi" userId="39448b108b7a83c7" providerId="Windows Live" clId="Web-{57277F43-E6E7-9D2C-3328-68EE16AAE3C6}" dt="2025-09-12T12:33:54.368" v="56" actId="14100"/>
        <pc:sldMkLst>
          <pc:docMk/>
          <pc:sldMk cId="4024590331" sldId="280"/>
        </pc:sldMkLst>
        <pc:spChg chg="mod">
          <ac:chgData name="Relebohile Lesitsi" userId="39448b108b7a83c7" providerId="Windows Live" clId="Web-{57277F43-E6E7-9D2C-3328-68EE16AAE3C6}" dt="2025-09-12T12:33:02.149" v="45" actId="20577"/>
          <ac:spMkLst>
            <pc:docMk/>
            <pc:sldMk cId="4024590331" sldId="280"/>
            <ac:spMk id="2" creationId="{00000000-0000-0000-0000-000000000000}"/>
          </ac:spMkLst>
        </pc:spChg>
        <pc:graphicFrameChg chg="mod">
          <ac:chgData name="Relebohile Lesitsi" userId="39448b108b7a83c7" providerId="Windows Live" clId="Web-{57277F43-E6E7-9D2C-3328-68EE16AAE3C6}" dt="2025-09-12T12:33:42.680" v="54" actId="14100"/>
          <ac:graphicFrameMkLst>
            <pc:docMk/>
            <pc:sldMk cId="4024590331" sldId="280"/>
            <ac:graphicFrameMk id="6" creationId="{D90CF510-4D83-E8B5-3F90-2D3ED7FD38E8}"/>
          </ac:graphicFrameMkLst>
        </pc:graphicFrameChg>
        <pc:picChg chg="add mod">
          <ac:chgData name="Relebohile Lesitsi" userId="39448b108b7a83c7" providerId="Windows Live" clId="Web-{57277F43-E6E7-9D2C-3328-68EE16AAE3C6}" dt="2025-09-12T12:33:54.368" v="56" actId="14100"/>
          <ac:picMkLst>
            <pc:docMk/>
            <pc:sldMk cId="4024590331" sldId="280"/>
            <ac:picMk id="45" creationId="{25DE89D7-4132-B798-58AC-08BB0D988E42}"/>
          </ac:picMkLst>
        </pc:picChg>
      </pc:sldChg>
      <pc:sldChg chg="modSp">
        <pc:chgData name="Relebohile Lesitsi" userId="39448b108b7a83c7" providerId="Windows Live" clId="Web-{57277F43-E6E7-9D2C-3328-68EE16AAE3C6}" dt="2025-09-12T12:17:14.223" v="21" actId="20577"/>
        <pc:sldMkLst>
          <pc:docMk/>
          <pc:sldMk cId="4245252487" sldId="281"/>
        </pc:sldMkLst>
        <pc:spChg chg="mod">
          <ac:chgData name="Relebohile Lesitsi" userId="39448b108b7a83c7" providerId="Windows Live" clId="Web-{57277F43-E6E7-9D2C-3328-68EE16AAE3C6}" dt="2025-09-12T12:17:14.223" v="21" actId="20577"/>
          <ac:spMkLst>
            <pc:docMk/>
            <pc:sldMk cId="4245252487" sldId="281"/>
            <ac:spMk id="2" creationId="{00000000-0000-0000-0000-000000000000}"/>
          </ac:spMkLst>
        </pc:sp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ED3815-3373-45B9-987A-0268C45CBE0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CB5BA5A-C89E-4D54-B907-B31E44812CDF}">
      <dgm:prSet/>
      <dgm:spPr/>
      <dgm:t>
        <a:bodyPr/>
        <a:lstStyle/>
        <a:p>
          <a:r>
            <a:rPr lang="en-US"/>
            <a:t>Objectives:</a:t>
          </a:r>
        </a:p>
      </dgm:t>
    </dgm:pt>
    <dgm:pt modelId="{14916977-6999-4DCF-8B30-70B50F19185E}" type="parTrans" cxnId="{220D689D-63EA-49D9-AEDF-0AA8694452BD}">
      <dgm:prSet/>
      <dgm:spPr/>
      <dgm:t>
        <a:bodyPr/>
        <a:lstStyle/>
        <a:p>
          <a:endParaRPr lang="en-US"/>
        </a:p>
      </dgm:t>
    </dgm:pt>
    <dgm:pt modelId="{4A593F9A-CD8D-486D-8787-E2DF41387CA0}" type="sibTrans" cxnId="{220D689D-63EA-49D9-AEDF-0AA8694452BD}">
      <dgm:prSet/>
      <dgm:spPr/>
      <dgm:t>
        <a:bodyPr/>
        <a:lstStyle/>
        <a:p>
          <a:endParaRPr lang="en-US"/>
        </a:p>
      </dgm:t>
    </dgm:pt>
    <dgm:pt modelId="{E37F6B39-041B-4AAF-891E-A958BD2049FC}">
      <dgm:prSet/>
      <dgm:spPr/>
      <dgm:t>
        <a:bodyPr/>
        <a:lstStyle/>
        <a:p>
          <a:r>
            <a:rPr lang="en-US"/>
            <a:t>1. Perform EDA to understand transactional data.</a:t>
          </a:r>
        </a:p>
      </dgm:t>
    </dgm:pt>
    <dgm:pt modelId="{FC2D7ECF-20FF-4306-AA7C-E4FE235951D4}" type="parTrans" cxnId="{BB4DA30A-FBDA-4F59-B793-577D9EDA7EB7}">
      <dgm:prSet/>
      <dgm:spPr/>
      <dgm:t>
        <a:bodyPr/>
        <a:lstStyle/>
        <a:p>
          <a:endParaRPr lang="en-US"/>
        </a:p>
      </dgm:t>
    </dgm:pt>
    <dgm:pt modelId="{14BAD9E5-7FC1-43E2-B0E2-545AFBB6A8E8}" type="sibTrans" cxnId="{BB4DA30A-FBDA-4F59-B793-577D9EDA7EB7}">
      <dgm:prSet/>
      <dgm:spPr/>
      <dgm:t>
        <a:bodyPr/>
        <a:lstStyle/>
        <a:p>
          <a:endParaRPr lang="en-US"/>
        </a:p>
      </dgm:t>
    </dgm:pt>
    <dgm:pt modelId="{B02624B5-7CF8-40D0-80C0-62C77183C4F4}">
      <dgm:prSet/>
      <dgm:spPr/>
      <dgm:t>
        <a:bodyPr/>
        <a:lstStyle/>
        <a:p>
          <a:r>
            <a:rPr lang="en-US"/>
            <a:t>2. Apply AI-driven clustering for customer segmentation.</a:t>
          </a:r>
        </a:p>
      </dgm:t>
    </dgm:pt>
    <dgm:pt modelId="{D317721B-3C62-45B5-9F94-5072714B53D4}" type="parTrans" cxnId="{0DBF0D0B-3FC5-4A15-86CE-7A07D24638F8}">
      <dgm:prSet/>
      <dgm:spPr/>
      <dgm:t>
        <a:bodyPr/>
        <a:lstStyle/>
        <a:p>
          <a:endParaRPr lang="en-US"/>
        </a:p>
      </dgm:t>
    </dgm:pt>
    <dgm:pt modelId="{6538BB9D-FC95-4798-923F-167269F5282C}" type="sibTrans" cxnId="{0DBF0D0B-3FC5-4A15-86CE-7A07D24638F8}">
      <dgm:prSet/>
      <dgm:spPr/>
      <dgm:t>
        <a:bodyPr/>
        <a:lstStyle/>
        <a:p>
          <a:endParaRPr lang="en-US"/>
        </a:p>
      </dgm:t>
    </dgm:pt>
    <dgm:pt modelId="{EA400D96-2516-4726-9EFA-13BEEBD0D1E5}">
      <dgm:prSet/>
      <dgm:spPr/>
      <dgm:t>
        <a:bodyPr/>
        <a:lstStyle/>
        <a:p>
          <a:r>
            <a:rPr lang="en-US"/>
            <a:t>3. Develop predictive sales forecasting model.</a:t>
          </a:r>
        </a:p>
      </dgm:t>
    </dgm:pt>
    <dgm:pt modelId="{1460DC69-423F-4A5F-B33B-70A617564A5D}" type="parTrans" cxnId="{F3959689-5292-4848-9F98-3E1555DF9A5F}">
      <dgm:prSet/>
      <dgm:spPr/>
      <dgm:t>
        <a:bodyPr/>
        <a:lstStyle/>
        <a:p>
          <a:endParaRPr lang="en-US"/>
        </a:p>
      </dgm:t>
    </dgm:pt>
    <dgm:pt modelId="{95796EEC-C1B2-4560-A620-43CC10855832}" type="sibTrans" cxnId="{F3959689-5292-4848-9F98-3E1555DF9A5F}">
      <dgm:prSet/>
      <dgm:spPr/>
      <dgm:t>
        <a:bodyPr/>
        <a:lstStyle/>
        <a:p>
          <a:endParaRPr lang="en-US"/>
        </a:p>
      </dgm:t>
    </dgm:pt>
    <dgm:pt modelId="{57CDC793-6E88-43DC-8DB6-BBB6C8238639}">
      <dgm:prSet/>
      <dgm:spPr/>
      <dgm:t>
        <a:bodyPr/>
        <a:lstStyle/>
        <a:p>
          <a:r>
            <a:rPr lang="en-US"/>
            <a:t>Dataset: Tata Online Retail (UK-based giftware retailer).</a:t>
          </a:r>
        </a:p>
      </dgm:t>
    </dgm:pt>
    <dgm:pt modelId="{339F1A3F-122E-436E-8F90-57B342DBD333}" type="parTrans" cxnId="{9C03FE4D-4037-4315-9B2C-1A5405B64E8B}">
      <dgm:prSet/>
      <dgm:spPr/>
      <dgm:t>
        <a:bodyPr/>
        <a:lstStyle/>
        <a:p>
          <a:endParaRPr lang="en-US"/>
        </a:p>
      </dgm:t>
    </dgm:pt>
    <dgm:pt modelId="{7B1CC2A0-613E-4DB1-901F-6897AA7F5E9C}" type="sibTrans" cxnId="{9C03FE4D-4037-4315-9B2C-1A5405B64E8B}">
      <dgm:prSet/>
      <dgm:spPr/>
      <dgm:t>
        <a:bodyPr/>
        <a:lstStyle/>
        <a:p>
          <a:endParaRPr lang="en-US"/>
        </a:p>
      </dgm:t>
    </dgm:pt>
    <dgm:pt modelId="{5BEDA5D0-D574-844B-8FE7-B6EE7A0F3DE8}" type="pres">
      <dgm:prSet presAssocID="{E7ED3815-3373-45B9-987A-0268C45CBE0F}" presName="linear" presStyleCnt="0">
        <dgm:presLayoutVars>
          <dgm:animLvl val="lvl"/>
          <dgm:resizeHandles val="exact"/>
        </dgm:presLayoutVars>
      </dgm:prSet>
      <dgm:spPr/>
    </dgm:pt>
    <dgm:pt modelId="{B7618340-39DD-4344-AD9E-41EDEF1E0E58}" type="pres">
      <dgm:prSet presAssocID="{6CB5BA5A-C89E-4D54-B907-B31E44812CD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AAF9366-7A34-5142-9CEA-0AA489F7678B}" type="pres">
      <dgm:prSet presAssocID="{4A593F9A-CD8D-486D-8787-E2DF41387CA0}" presName="spacer" presStyleCnt="0"/>
      <dgm:spPr/>
    </dgm:pt>
    <dgm:pt modelId="{344D1B74-7E91-1440-9185-62FD2EE14898}" type="pres">
      <dgm:prSet presAssocID="{E37F6B39-041B-4AAF-891E-A958BD2049F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0940842-C138-384F-BA2D-7148CB90DD75}" type="pres">
      <dgm:prSet presAssocID="{14BAD9E5-7FC1-43E2-B0E2-545AFBB6A8E8}" presName="spacer" presStyleCnt="0"/>
      <dgm:spPr/>
    </dgm:pt>
    <dgm:pt modelId="{405DE178-FEED-B04F-8C5C-367955724890}" type="pres">
      <dgm:prSet presAssocID="{B02624B5-7CF8-40D0-80C0-62C77183C4F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81F8243-3773-5C4C-9C86-608FF32324D4}" type="pres">
      <dgm:prSet presAssocID="{6538BB9D-FC95-4798-923F-167269F5282C}" presName="spacer" presStyleCnt="0"/>
      <dgm:spPr/>
    </dgm:pt>
    <dgm:pt modelId="{7B188375-3233-AD4B-A016-67AF2836FA5D}" type="pres">
      <dgm:prSet presAssocID="{EA400D96-2516-4726-9EFA-13BEEBD0D1E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C8F9D24-5572-174A-AAF3-6E10CE5612F5}" type="pres">
      <dgm:prSet presAssocID="{95796EEC-C1B2-4560-A620-43CC10855832}" presName="spacer" presStyleCnt="0"/>
      <dgm:spPr/>
    </dgm:pt>
    <dgm:pt modelId="{FDC13C35-5447-DB4A-AF30-3A7DA45D5F25}" type="pres">
      <dgm:prSet presAssocID="{57CDC793-6E88-43DC-8DB6-BBB6C823863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B4DA30A-FBDA-4F59-B793-577D9EDA7EB7}" srcId="{E7ED3815-3373-45B9-987A-0268C45CBE0F}" destId="{E37F6B39-041B-4AAF-891E-A958BD2049FC}" srcOrd="1" destOrd="0" parTransId="{FC2D7ECF-20FF-4306-AA7C-E4FE235951D4}" sibTransId="{14BAD9E5-7FC1-43E2-B0E2-545AFBB6A8E8}"/>
    <dgm:cxn modelId="{0DBF0D0B-3FC5-4A15-86CE-7A07D24638F8}" srcId="{E7ED3815-3373-45B9-987A-0268C45CBE0F}" destId="{B02624B5-7CF8-40D0-80C0-62C77183C4F4}" srcOrd="2" destOrd="0" parTransId="{D317721B-3C62-45B5-9F94-5072714B53D4}" sibTransId="{6538BB9D-FC95-4798-923F-167269F5282C}"/>
    <dgm:cxn modelId="{04D5DB12-A909-6045-B216-18C4603A46B7}" type="presOf" srcId="{B02624B5-7CF8-40D0-80C0-62C77183C4F4}" destId="{405DE178-FEED-B04F-8C5C-367955724890}" srcOrd="0" destOrd="0" presId="urn:microsoft.com/office/officeart/2005/8/layout/vList2"/>
    <dgm:cxn modelId="{4BA23730-258B-4645-B2DB-EA0099DAEE71}" type="presOf" srcId="{E7ED3815-3373-45B9-987A-0268C45CBE0F}" destId="{5BEDA5D0-D574-844B-8FE7-B6EE7A0F3DE8}" srcOrd="0" destOrd="0" presId="urn:microsoft.com/office/officeart/2005/8/layout/vList2"/>
    <dgm:cxn modelId="{2E90F53D-38D4-954F-8AD1-9BD7489658F2}" type="presOf" srcId="{EA400D96-2516-4726-9EFA-13BEEBD0D1E5}" destId="{7B188375-3233-AD4B-A016-67AF2836FA5D}" srcOrd="0" destOrd="0" presId="urn:microsoft.com/office/officeart/2005/8/layout/vList2"/>
    <dgm:cxn modelId="{9C03FE4D-4037-4315-9B2C-1A5405B64E8B}" srcId="{E7ED3815-3373-45B9-987A-0268C45CBE0F}" destId="{57CDC793-6E88-43DC-8DB6-BBB6C8238639}" srcOrd="4" destOrd="0" parTransId="{339F1A3F-122E-436E-8F90-57B342DBD333}" sibTransId="{7B1CC2A0-613E-4DB1-901F-6897AA7F5E9C}"/>
    <dgm:cxn modelId="{F3959689-5292-4848-9F98-3E1555DF9A5F}" srcId="{E7ED3815-3373-45B9-987A-0268C45CBE0F}" destId="{EA400D96-2516-4726-9EFA-13BEEBD0D1E5}" srcOrd="3" destOrd="0" parTransId="{1460DC69-423F-4A5F-B33B-70A617564A5D}" sibTransId="{95796EEC-C1B2-4560-A620-43CC10855832}"/>
    <dgm:cxn modelId="{220D689D-63EA-49D9-AEDF-0AA8694452BD}" srcId="{E7ED3815-3373-45B9-987A-0268C45CBE0F}" destId="{6CB5BA5A-C89E-4D54-B907-B31E44812CDF}" srcOrd="0" destOrd="0" parTransId="{14916977-6999-4DCF-8B30-70B50F19185E}" sibTransId="{4A593F9A-CD8D-486D-8787-E2DF41387CA0}"/>
    <dgm:cxn modelId="{7D0973E2-EA13-4F4B-956C-3628EE2447A0}" type="presOf" srcId="{6CB5BA5A-C89E-4D54-B907-B31E44812CDF}" destId="{B7618340-39DD-4344-AD9E-41EDEF1E0E58}" srcOrd="0" destOrd="0" presId="urn:microsoft.com/office/officeart/2005/8/layout/vList2"/>
    <dgm:cxn modelId="{5DA368EA-69F6-5D42-ADEE-CA35FFE89A2A}" type="presOf" srcId="{57CDC793-6E88-43DC-8DB6-BBB6C8238639}" destId="{FDC13C35-5447-DB4A-AF30-3A7DA45D5F25}" srcOrd="0" destOrd="0" presId="urn:microsoft.com/office/officeart/2005/8/layout/vList2"/>
    <dgm:cxn modelId="{15CB00F1-660C-3B45-AF8F-4C62AFD96648}" type="presOf" srcId="{E37F6B39-041B-4AAF-891E-A958BD2049FC}" destId="{344D1B74-7E91-1440-9185-62FD2EE14898}" srcOrd="0" destOrd="0" presId="urn:microsoft.com/office/officeart/2005/8/layout/vList2"/>
    <dgm:cxn modelId="{FB1361E4-7110-1D42-ABED-85C45C159583}" type="presParOf" srcId="{5BEDA5D0-D574-844B-8FE7-B6EE7A0F3DE8}" destId="{B7618340-39DD-4344-AD9E-41EDEF1E0E58}" srcOrd="0" destOrd="0" presId="urn:microsoft.com/office/officeart/2005/8/layout/vList2"/>
    <dgm:cxn modelId="{AF08415F-5B08-BB4C-850C-439A1E4A9ACC}" type="presParOf" srcId="{5BEDA5D0-D574-844B-8FE7-B6EE7A0F3DE8}" destId="{4AAF9366-7A34-5142-9CEA-0AA489F7678B}" srcOrd="1" destOrd="0" presId="urn:microsoft.com/office/officeart/2005/8/layout/vList2"/>
    <dgm:cxn modelId="{7BABE36E-13D1-2046-BA27-DECF2E05B6C9}" type="presParOf" srcId="{5BEDA5D0-D574-844B-8FE7-B6EE7A0F3DE8}" destId="{344D1B74-7E91-1440-9185-62FD2EE14898}" srcOrd="2" destOrd="0" presId="urn:microsoft.com/office/officeart/2005/8/layout/vList2"/>
    <dgm:cxn modelId="{D9EC9BED-B9B6-5B4F-80E4-C6931DA47DDB}" type="presParOf" srcId="{5BEDA5D0-D574-844B-8FE7-B6EE7A0F3DE8}" destId="{B0940842-C138-384F-BA2D-7148CB90DD75}" srcOrd="3" destOrd="0" presId="urn:microsoft.com/office/officeart/2005/8/layout/vList2"/>
    <dgm:cxn modelId="{BA14704D-26D2-234B-AD6E-E4D08F1E84E2}" type="presParOf" srcId="{5BEDA5D0-D574-844B-8FE7-B6EE7A0F3DE8}" destId="{405DE178-FEED-B04F-8C5C-367955724890}" srcOrd="4" destOrd="0" presId="urn:microsoft.com/office/officeart/2005/8/layout/vList2"/>
    <dgm:cxn modelId="{268A1648-0273-B748-A1A7-4E1FE944B23F}" type="presParOf" srcId="{5BEDA5D0-D574-844B-8FE7-B6EE7A0F3DE8}" destId="{B81F8243-3773-5C4C-9C86-608FF32324D4}" srcOrd="5" destOrd="0" presId="urn:microsoft.com/office/officeart/2005/8/layout/vList2"/>
    <dgm:cxn modelId="{E09FBD1A-757C-5F49-B565-BFDD5A41AF20}" type="presParOf" srcId="{5BEDA5D0-D574-844B-8FE7-B6EE7A0F3DE8}" destId="{7B188375-3233-AD4B-A016-67AF2836FA5D}" srcOrd="6" destOrd="0" presId="urn:microsoft.com/office/officeart/2005/8/layout/vList2"/>
    <dgm:cxn modelId="{CB903610-19D9-DB42-AD12-5C77202893C7}" type="presParOf" srcId="{5BEDA5D0-D574-844B-8FE7-B6EE7A0F3DE8}" destId="{3C8F9D24-5572-174A-AAF3-6E10CE5612F5}" srcOrd="7" destOrd="0" presId="urn:microsoft.com/office/officeart/2005/8/layout/vList2"/>
    <dgm:cxn modelId="{F8D0367B-0950-E847-816D-A1B1A11AD669}" type="presParOf" srcId="{5BEDA5D0-D574-844B-8FE7-B6EE7A0F3DE8}" destId="{FDC13C35-5447-DB4A-AF30-3A7DA45D5F2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F09C9B-7006-44F3-A110-D7E9B54808C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012E300-27F1-4152-9020-C2EDB6555E74}">
      <dgm:prSet/>
      <dgm:spPr/>
      <dgm:t>
        <a:bodyPr/>
        <a:lstStyle/>
        <a:p>
          <a:r>
            <a:rPr lang="en-US"/>
            <a:t>Removed cancelled transactions and missing CustomerID.</a:t>
          </a:r>
        </a:p>
      </dgm:t>
    </dgm:pt>
    <dgm:pt modelId="{D364A440-A78F-4E09-B56B-C7E3138A2FF1}" type="parTrans" cxnId="{4CD63003-C508-4907-925C-04CFB6893595}">
      <dgm:prSet/>
      <dgm:spPr/>
      <dgm:t>
        <a:bodyPr/>
        <a:lstStyle/>
        <a:p>
          <a:endParaRPr lang="en-US"/>
        </a:p>
      </dgm:t>
    </dgm:pt>
    <dgm:pt modelId="{CCD4F0D8-340C-45CD-9F9D-59C3F7AC9B63}" type="sibTrans" cxnId="{4CD63003-C508-4907-925C-04CFB6893595}">
      <dgm:prSet/>
      <dgm:spPr/>
      <dgm:t>
        <a:bodyPr/>
        <a:lstStyle/>
        <a:p>
          <a:endParaRPr lang="en-US"/>
        </a:p>
      </dgm:t>
    </dgm:pt>
    <dgm:pt modelId="{D654D0C2-714D-4A37-9E02-C95151126AA0}">
      <dgm:prSet/>
      <dgm:spPr/>
      <dgm:t>
        <a:bodyPr/>
        <a:lstStyle/>
        <a:p>
          <a:r>
            <a:rPr lang="en-US"/>
            <a:t>Converted InvoiceDate to datetime.</a:t>
          </a:r>
        </a:p>
      </dgm:t>
    </dgm:pt>
    <dgm:pt modelId="{4B068DBC-B2AA-4882-8750-333CAD0CB009}" type="parTrans" cxnId="{D717FCCD-449A-4E23-8E84-8CFD6D3B75F6}">
      <dgm:prSet/>
      <dgm:spPr/>
      <dgm:t>
        <a:bodyPr/>
        <a:lstStyle/>
        <a:p>
          <a:endParaRPr lang="en-US"/>
        </a:p>
      </dgm:t>
    </dgm:pt>
    <dgm:pt modelId="{6358E7BD-A369-439F-BABA-87F88FBEBFB6}" type="sibTrans" cxnId="{D717FCCD-449A-4E23-8E84-8CFD6D3B75F6}">
      <dgm:prSet/>
      <dgm:spPr/>
      <dgm:t>
        <a:bodyPr/>
        <a:lstStyle/>
        <a:p>
          <a:endParaRPr lang="en-US"/>
        </a:p>
      </dgm:t>
    </dgm:pt>
    <dgm:pt modelId="{6167DC47-F601-4B45-B12B-77F201F018B1}">
      <dgm:prSet/>
      <dgm:spPr/>
      <dgm:t>
        <a:bodyPr/>
        <a:lstStyle/>
        <a:p>
          <a:r>
            <a:rPr lang="en-US"/>
            <a:t>Created TotalPrice = Quantity x UnitPrice.</a:t>
          </a:r>
        </a:p>
      </dgm:t>
    </dgm:pt>
    <dgm:pt modelId="{F0C45CD6-DC97-4A7D-8BD2-64E3AF4814AE}" type="parTrans" cxnId="{F77A0FE4-64DA-4C8D-ACF2-49D735636711}">
      <dgm:prSet/>
      <dgm:spPr/>
      <dgm:t>
        <a:bodyPr/>
        <a:lstStyle/>
        <a:p>
          <a:endParaRPr lang="en-US"/>
        </a:p>
      </dgm:t>
    </dgm:pt>
    <dgm:pt modelId="{47F94C44-3A84-4A04-9287-D656F0F0F66C}" type="sibTrans" cxnId="{F77A0FE4-64DA-4C8D-ACF2-49D735636711}">
      <dgm:prSet/>
      <dgm:spPr/>
      <dgm:t>
        <a:bodyPr/>
        <a:lstStyle/>
        <a:p>
          <a:endParaRPr lang="en-US"/>
        </a:p>
      </dgm:t>
    </dgm:pt>
    <dgm:pt modelId="{3211B12B-9425-40E3-88FB-243826912DA0}">
      <dgm:prSet/>
      <dgm:spPr/>
      <dgm:t>
        <a:bodyPr/>
        <a:lstStyle/>
        <a:p>
          <a:r>
            <a:rPr lang="en-US"/>
            <a:t>Visual insights: Monthly sales trends, Top products by quantity &amp; revenue, Top countries by sales.</a:t>
          </a:r>
        </a:p>
      </dgm:t>
    </dgm:pt>
    <dgm:pt modelId="{D7421815-5EC0-49F5-9BFE-3925EE18BE00}" type="parTrans" cxnId="{2AE26CEF-B173-4983-855B-D5DD210C89C6}">
      <dgm:prSet/>
      <dgm:spPr/>
      <dgm:t>
        <a:bodyPr/>
        <a:lstStyle/>
        <a:p>
          <a:endParaRPr lang="en-US"/>
        </a:p>
      </dgm:t>
    </dgm:pt>
    <dgm:pt modelId="{328C299A-68CF-44E4-BE13-F47B4E32D372}" type="sibTrans" cxnId="{2AE26CEF-B173-4983-855B-D5DD210C89C6}">
      <dgm:prSet/>
      <dgm:spPr/>
      <dgm:t>
        <a:bodyPr/>
        <a:lstStyle/>
        <a:p>
          <a:endParaRPr lang="en-US"/>
        </a:p>
      </dgm:t>
    </dgm:pt>
    <dgm:pt modelId="{23BCD0EC-CBCE-C440-950B-DB6F1F9C2AEF}" type="pres">
      <dgm:prSet presAssocID="{84F09C9B-7006-44F3-A110-D7E9B54808CD}" presName="matrix" presStyleCnt="0">
        <dgm:presLayoutVars>
          <dgm:chMax val="1"/>
          <dgm:dir/>
          <dgm:resizeHandles val="exact"/>
        </dgm:presLayoutVars>
      </dgm:prSet>
      <dgm:spPr/>
    </dgm:pt>
    <dgm:pt modelId="{54A53BAC-2C47-7F4A-84C6-6B02EF8C8831}" type="pres">
      <dgm:prSet presAssocID="{84F09C9B-7006-44F3-A110-D7E9B54808CD}" presName="diamond" presStyleLbl="bgShp" presStyleIdx="0" presStyleCnt="1"/>
      <dgm:spPr/>
    </dgm:pt>
    <dgm:pt modelId="{4E1B1FB5-D15C-7649-8D19-6760424BAF18}" type="pres">
      <dgm:prSet presAssocID="{84F09C9B-7006-44F3-A110-D7E9B54808C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964AD92-721F-144B-BF34-B8B59ADC3274}" type="pres">
      <dgm:prSet presAssocID="{84F09C9B-7006-44F3-A110-D7E9B54808C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0189C47-6231-D843-A6D3-430B522460A6}" type="pres">
      <dgm:prSet presAssocID="{84F09C9B-7006-44F3-A110-D7E9B54808C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38B11EC-65DA-9C4F-B57E-63F34D60F83E}" type="pres">
      <dgm:prSet presAssocID="{84F09C9B-7006-44F3-A110-D7E9B54808C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CD63003-C508-4907-925C-04CFB6893595}" srcId="{84F09C9B-7006-44F3-A110-D7E9B54808CD}" destId="{9012E300-27F1-4152-9020-C2EDB6555E74}" srcOrd="0" destOrd="0" parTransId="{D364A440-A78F-4E09-B56B-C7E3138A2FF1}" sibTransId="{CCD4F0D8-340C-45CD-9F9D-59C3F7AC9B63}"/>
    <dgm:cxn modelId="{E728BF0A-AF46-2045-9B75-DD18F6B6719B}" type="presOf" srcId="{D654D0C2-714D-4A37-9E02-C95151126AA0}" destId="{7964AD92-721F-144B-BF34-B8B59ADC3274}" srcOrd="0" destOrd="0" presId="urn:microsoft.com/office/officeart/2005/8/layout/matrix3"/>
    <dgm:cxn modelId="{4772DC0B-712D-6345-875C-D071742B8915}" type="presOf" srcId="{6167DC47-F601-4B45-B12B-77F201F018B1}" destId="{10189C47-6231-D843-A6D3-430B522460A6}" srcOrd="0" destOrd="0" presId="urn:microsoft.com/office/officeart/2005/8/layout/matrix3"/>
    <dgm:cxn modelId="{2A164B28-7053-6B46-82AC-D72AEC34C8B8}" type="presOf" srcId="{84F09C9B-7006-44F3-A110-D7E9B54808CD}" destId="{23BCD0EC-CBCE-C440-950B-DB6F1F9C2AEF}" srcOrd="0" destOrd="0" presId="urn:microsoft.com/office/officeart/2005/8/layout/matrix3"/>
    <dgm:cxn modelId="{3F1473AF-89F8-A74E-9E5B-060424101C38}" type="presOf" srcId="{3211B12B-9425-40E3-88FB-243826912DA0}" destId="{C38B11EC-65DA-9C4F-B57E-63F34D60F83E}" srcOrd="0" destOrd="0" presId="urn:microsoft.com/office/officeart/2005/8/layout/matrix3"/>
    <dgm:cxn modelId="{D717FCCD-449A-4E23-8E84-8CFD6D3B75F6}" srcId="{84F09C9B-7006-44F3-A110-D7E9B54808CD}" destId="{D654D0C2-714D-4A37-9E02-C95151126AA0}" srcOrd="1" destOrd="0" parTransId="{4B068DBC-B2AA-4882-8750-333CAD0CB009}" sibTransId="{6358E7BD-A369-439F-BABA-87F88FBEBFB6}"/>
    <dgm:cxn modelId="{F77A0FE4-64DA-4C8D-ACF2-49D735636711}" srcId="{84F09C9B-7006-44F3-A110-D7E9B54808CD}" destId="{6167DC47-F601-4B45-B12B-77F201F018B1}" srcOrd="2" destOrd="0" parTransId="{F0C45CD6-DC97-4A7D-8BD2-64E3AF4814AE}" sibTransId="{47F94C44-3A84-4A04-9287-D656F0F0F66C}"/>
    <dgm:cxn modelId="{5E2E07E5-2F25-FE41-9ED2-BA0B10506F81}" type="presOf" srcId="{9012E300-27F1-4152-9020-C2EDB6555E74}" destId="{4E1B1FB5-D15C-7649-8D19-6760424BAF18}" srcOrd="0" destOrd="0" presId="urn:microsoft.com/office/officeart/2005/8/layout/matrix3"/>
    <dgm:cxn modelId="{2AE26CEF-B173-4983-855B-D5DD210C89C6}" srcId="{84F09C9B-7006-44F3-A110-D7E9B54808CD}" destId="{3211B12B-9425-40E3-88FB-243826912DA0}" srcOrd="3" destOrd="0" parTransId="{D7421815-5EC0-49F5-9BFE-3925EE18BE00}" sibTransId="{328C299A-68CF-44E4-BE13-F47B4E32D372}"/>
    <dgm:cxn modelId="{26506F70-A317-9542-AAED-3FB54AB7B3F1}" type="presParOf" srcId="{23BCD0EC-CBCE-C440-950B-DB6F1F9C2AEF}" destId="{54A53BAC-2C47-7F4A-84C6-6B02EF8C8831}" srcOrd="0" destOrd="0" presId="urn:microsoft.com/office/officeart/2005/8/layout/matrix3"/>
    <dgm:cxn modelId="{F6DC55D6-6908-754A-97DE-7E66CC038678}" type="presParOf" srcId="{23BCD0EC-CBCE-C440-950B-DB6F1F9C2AEF}" destId="{4E1B1FB5-D15C-7649-8D19-6760424BAF18}" srcOrd="1" destOrd="0" presId="urn:microsoft.com/office/officeart/2005/8/layout/matrix3"/>
    <dgm:cxn modelId="{EEC1E160-6F09-2943-AD67-0EF5833A1796}" type="presParOf" srcId="{23BCD0EC-CBCE-C440-950B-DB6F1F9C2AEF}" destId="{7964AD92-721F-144B-BF34-B8B59ADC3274}" srcOrd="2" destOrd="0" presId="urn:microsoft.com/office/officeart/2005/8/layout/matrix3"/>
    <dgm:cxn modelId="{42F33990-0AC5-8A44-8130-8F859B8A9E92}" type="presParOf" srcId="{23BCD0EC-CBCE-C440-950B-DB6F1F9C2AEF}" destId="{10189C47-6231-D843-A6D3-430B522460A6}" srcOrd="3" destOrd="0" presId="urn:microsoft.com/office/officeart/2005/8/layout/matrix3"/>
    <dgm:cxn modelId="{3D03B0AC-FFE4-C54A-ADB8-5A1066A6C736}" type="presParOf" srcId="{23BCD0EC-CBCE-C440-950B-DB6F1F9C2AEF}" destId="{C38B11EC-65DA-9C4F-B57E-63F34D60F83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DF3AA3-3D88-4242-9E7A-B0829884F44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B2F3124-BD38-4115-BE3F-8E471FB37546}">
      <dgm:prSet/>
      <dgm:spPr/>
      <dgm:t>
        <a:bodyPr/>
        <a:lstStyle/>
        <a:p>
          <a:r>
            <a:rPr lang="en-US"/>
            <a:t>RFM Model: Recency, Frequency, Monetary.</a:t>
          </a:r>
        </a:p>
      </dgm:t>
    </dgm:pt>
    <dgm:pt modelId="{5E990687-0E01-4F22-AB81-A7A83905BB71}" type="parTrans" cxnId="{B092C151-18EB-4344-96AA-E6A8158BFDD6}">
      <dgm:prSet/>
      <dgm:spPr/>
      <dgm:t>
        <a:bodyPr/>
        <a:lstStyle/>
        <a:p>
          <a:endParaRPr lang="en-US"/>
        </a:p>
      </dgm:t>
    </dgm:pt>
    <dgm:pt modelId="{F43993E9-9176-46E7-AA3A-E01F2A5DA5F6}" type="sibTrans" cxnId="{B092C151-18EB-4344-96AA-E6A8158BFDD6}">
      <dgm:prSet/>
      <dgm:spPr/>
      <dgm:t>
        <a:bodyPr/>
        <a:lstStyle/>
        <a:p>
          <a:endParaRPr lang="en-US"/>
        </a:p>
      </dgm:t>
    </dgm:pt>
    <dgm:pt modelId="{F8633622-BCA4-4D8C-BD5E-A156302F21B9}">
      <dgm:prSet/>
      <dgm:spPr/>
      <dgm:t>
        <a:bodyPr/>
        <a:lstStyle/>
        <a:p>
          <a:r>
            <a:rPr lang="en-US"/>
            <a:t>4 Clusters:</a:t>
          </a:r>
        </a:p>
      </dgm:t>
    </dgm:pt>
    <dgm:pt modelId="{B3122C52-6856-4A6E-8FAA-9139A58A46D8}" type="parTrans" cxnId="{5F3EDC08-34C2-4994-9F9F-879F26E21A33}">
      <dgm:prSet/>
      <dgm:spPr/>
      <dgm:t>
        <a:bodyPr/>
        <a:lstStyle/>
        <a:p>
          <a:endParaRPr lang="en-US"/>
        </a:p>
      </dgm:t>
    </dgm:pt>
    <dgm:pt modelId="{E05D6762-B859-44C7-805B-F5CC2E510ACC}" type="sibTrans" cxnId="{5F3EDC08-34C2-4994-9F9F-879F26E21A33}">
      <dgm:prSet/>
      <dgm:spPr/>
      <dgm:t>
        <a:bodyPr/>
        <a:lstStyle/>
        <a:p>
          <a:endParaRPr lang="en-US"/>
        </a:p>
      </dgm:t>
    </dgm:pt>
    <dgm:pt modelId="{5BA2EDD3-1765-42F6-A376-9C09BB54FE16}">
      <dgm:prSet/>
      <dgm:spPr/>
      <dgm:t>
        <a:bodyPr/>
        <a:lstStyle/>
        <a:p>
          <a:r>
            <a:rPr lang="en-US"/>
            <a:t>1. Standard customers</a:t>
          </a:r>
        </a:p>
      </dgm:t>
    </dgm:pt>
    <dgm:pt modelId="{1DC0A60E-FE00-47EF-8C0B-C8102410881C}" type="parTrans" cxnId="{BE5C03D0-5CA1-4605-85FA-5B5E25B7BB99}">
      <dgm:prSet/>
      <dgm:spPr/>
      <dgm:t>
        <a:bodyPr/>
        <a:lstStyle/>
        <a:p>
          <a:endParaRPr lang="en-US"/>
        </a:p>
      </dgm:t>
    </dgm:pt>
    <dgm:pt modelId="{10B93E25-DBBB-442A-9EEF-704EF50D4CED}" type="sibTrans" cxnId="{BE5C03D0-5CA1-4605-85FA-5B5E25B7BB99}">
      <dgm:prSet/>
      <dgm:spPr/>
      <dgm:t>
        <a:bodyPr/>
        <a:lstStyle/>
        <a:p>
          <a:endParaRPr lang="en-US"/>
        </a:p>
      </dgm:t>
    </dgm:pt>
    <dgm:pt modelId="{3DB4A7C2-192F-4FB2-BEE0-6D16D8E15B24}">
      <dgm:prSet/>
      <dgm:spPr/>
      <dgm:t>
        <a:bodyPr/>
        <a:lstStyle/>
        <a:p>
          <a:r>
            <a:rPr lang="en-US"/>
            <a:t>2. Inactive customers</a:t>
          </a:r>
        </a:p>
      </dgm:t>
    </dgm:pt>
    <dgm:pt modelId="{7EE6237C-1770-4221-B2CB-81799B654C05}" type="parTrans" cxnId="{0D3F4632-C169-4866-8BCA-7C1ED431D801}">
      <dgm:prSet/>
      <dgm:spPr/>
      <dgm:t>
        <a:bodyPr/>
        <a:lstStyle/>
        <a:p>
          <a:endParaRPr lang="en-US"/>
        </a:p>
      </dgm:t>
    </dgm:pt>
    <dgm:pt modelId="{CF235AFA-0CB3-4E3E-9C3E-463C283DFA51}" type="sibTrans" cxnId="{0D3F4632-C169-4866-8BCA-7C1ED431D801}">
      <dgm:prSet/>
      <dgm:spPr/>
      <dgm:t>
        <a:bodyPr/>
        <a:lstStyle/>
        <a:p>
          <a:endParaRPr lang="en-US"/>
        </a:p>
      </dgm:t>
    </dgm:pt>
    <dgm:pt modelId="{E0977D58-4726-44EE-9D07-B0099FD5DF3D}">
      <dgm:prSet/>
      <dgm:spPr/>
      <dgm:t>
        <a:bodyPr/>
        <a:lstStyle/>
        <a:p>
          <a:r>
            <a:rPr lang="en-US"/>
            <a:t>3. Super VIPs</a:t>
          </a:r>
        </a:p>
      </dgm:t>
    </dgm:pt>
    <dgm:pt modelId="{9A454B8D-3693-43BB-AD0E-C7D940AD8B87}" type="parTrans" cxnId="{7613BCBC-EDDE-4A60-9553-584944FF9A9D}">
      <dgm:prSet/>
      <dgm:spPr/>
      <dgm:t>
        <a:bodyPr/>
        <a:lstStyle/>
        <a:p>
          <a:endParaRPr lang="en-US"/>
        </a:p>
      </dgm:t>
    </dgm:pt>
    <dgm:pt modelId="{421E46B7-8B37-4573-9CFC-CA524863DFD3}" type="sibTrans" cxnId="{7613BCBC-EDDE-4A60-9553-584944FF9A9D}">
      <dgm:prSet/>
      <dgm:spPr/>
      <dgm:t>
        <a:bodyPr/>
        <a:lstStyle/>
        <a:p>
          <a:endParaRPr lang="en-US"/>
        </a:p>
      </dgm:t>
    </dgm:pt>
    <dgm:pt modelId="{22AAC869-FCDB-4A53-B5C4-BBC2E4A41AA6}">
      <dgm:prSet/>
      <dgm:spPr/>
      <dgm:t>
        <a:bodyPr/>
        <a:lstStyle/>
        <a:p>
          <a:r>
            <a:rPr lang="en-US"/>
            <a:t>4. Loyal spenders</a:t>
          </a:r>
        </a:p>
      </dgm:t>
    </dgm:pt>
    <dgm:pt modelId="{64E431BF-5800-4491-BF62-37A2AB228642}" type="parTrans" cxnId="{3AA96E6F-D893-4B7E-BDAC-FE59C5BE8802}">
      <dgm:prSet/>
      <dgm:spPr/>
      <dgm:t>
        <a:bodyPr/>
        <a:lstStyle/>
        <a:p>
          <a:endParaRPr lang="en-US"/>
        </a:p>
      </dgm:t>
    </dgm:pt>
    <dgm:pt modelId="{93C16FA1-44B8-4D53-B2FF-743F602DB91A}" type="sibTrans" cxnId="{3AA96E6F-D893-4B7E-BDAC-FE59C5BE8802}">
      <dgm:prSet/>
      <dgm:spPr/>
      <dgm:t>
        <a:bodyPr/>
        <a:lstStyle/>
        <a:p>
          <a:endParaRPr lang="en-US"/>
        </a:p>
      </dgm:t>
    </dgm:pt>
    <dgm:pt modelId="{2867AA42-FFC2-4148-8D52-1198D9A0D979}">
      <dgm:prSet/>
      <dgm:spPr/>
      <dgm:t>
        <a:bodyPr/>
        <a:lstStyle/>
        <a:p>
          <a:r>
            <a:rPr lang="en-US"/>
            <a:t>-Helps target marketing strategies.</a:t>
          </a:r>
        </a:p>
      </dgm:t>
    </dgm:pt>
    <dgm:pt modelId="{04F9CCFF-FBCC-4CF2-B1FA-1051A675DDA0}" type="parTrans" cxnId="{CFC29AC6-9209-4E7E-811B-40DE96479D94}">
      <dgm:prSet/>
      <dgm:spPr/>
      <dgm:t>
        <a:bodyPr/>
        <a:lstStyle/>
        <a:p>
          <a:endParaRPr lang="en-US"/>
        </a:p>
      </dgm:t>
    </dgm:pt>
    <dgm:pt modelId="{9CC84B15-69A9-4A94-9333-240EB1FC169C}" type="sibTrans" cxnId="{CFC29AC6-9209-4E7E-811B-40DE96479D94}">
      <dgm:prSet/>
      <dgm:spPr/>
      <dgm:t>
        <a:bodyPr/>
        <a:lstStyle/>
        <a:p>
          <a:endParaRPr lang="en-US"/>
        </a:p>
      </dgm:t>
    </dgm:pt>
    <dgm:pt modelId="{5B9F4A54-3282-B540-BBFC-9622F8EF9568}" type="pres">
      <dgm:prSet presAssocID="{C1DF3AA3-3D88-4242-9E7A-B0829884F44D}" presName="linear" presStyleCnt="0">
        <dgm:presLayoutVars>
          <dgm:animLvl val="lvl"/>
          <dgm:resizeHandles val="exact"/>
        </dgm:presLayoutVars>
      </dgm:prSet>
      <dgm:spPr/>
    </dgm:pt>
    <dgm:pt modelId="{14C8C92B-5D45-1C42-A782-70C7E2FB3E1F}" type="pres">
      <dgm:prSet presAssocID="{7B2F3124-BD38-4115-BE3F-8E471FB37546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C900CF94-C9DD-AE49-AE1B-1DFE5F6A5943}" type="pres">
      <dgm:prSet presAssocID="{F43993E9-9176-46E7-AA3A-E01F2A5DA5F6}" presName="spacer" presStyleCnt="0"/>
      <dgm:spPr/>
    </dgm:pt>
    <dgm:pt modelId="{F70F1EFA-A867-A346-A1B8-63960F0A24BD}" type="pres">
      <dgm:prSet presAssocID="{F8633622-BCA4-4D8C-BD5E-A156302F21B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D1BFB920-79F4-714C-AFCB-6658C8E60596}" type="pres">
      <dgm:prSet presAssocID="{E05D6762-B859-44C7-805B-F5CC2E510ACC}" presName="spacer" presStyleCnt="0"/>
      <dgm:spPr/>
    </dgm:pt>
    <dgm:pt modelId="{FCF08DE4-13FF-C64C-B57B-179DEF6CCC37}" type="pres">
      <dgm:prSet presAssocID="{5BA2EDD3-1765-42F6-A376-9C09BB54FE1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7A259AC-DC5A-3A46-B70A-4C56EA060C47}" type="pres">
      <dgm:prSet presAssocID="{10B93E25-DBBB-442A-9EEF-704EF50D4CED}" presName="spacer" presStyleCnt="0"/>
      <dgm:spPr/>
    </dgm:pt>
    <dgm:pt modelId="{1C3A0431-4536-654B-83B8-E815F0FDF6B1}" type="pres">
      <dgm:prSet presAssocID="{3DB4A7C2-192F-4FB2-BEE0-6D16D8E15B2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0D37562-B8FD-F841-BA47-70A568018888}" type="pres">
      <dgm:prSet presAssocID="{CF235AFA-0CB3-4E3E-9C3E-463C283DFA51}" presName="spacer" presStyleCnt="0"/>
      <dgm:spPr/>
    </dgm:pt>
    <dgm:pt modelId="{814EDB41-099E-924D-97B6-24D3A7344580}" type="pres">
      <dgm:prSet presAssocID="{E0977D58-4726-44EE-9D07-B0099FD5DF3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2D1AFC2B-EEC6-0E47-9EAB-7D1DB5497FC3}" type="pres">
      <dgm:prSet presAssocID="{421E46B7-8B37-4573-9CFC-CA524863DFD3}" presName="spacer" presStyleCnt="0"/>
      <dgm:spPr/>
    </dgm:pt>
    <dgm:pt modelId="{D1380C3F-B9CF-C045-8074-13F50D17201D}" type="pres">
      <dgm:prSet presAssocID="{22AAC869-FCDB-4A53-B5C4-BBC2E4A41AA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058EAA78-1E12-AD43-B803-C1E83697D066}" type="pres">
      <dgm:prSet presAssocID="{93C16FA1-44B8-4D53-B2FF-743F602DB91A}" presName="spacer" presStyleCnt="0"/>
      <dgm:spPr/>
    </dgm:pt>
    <dgm:pt modelId="{7E62074B-692C-934E-8D84-8D6125C9F256}" type="pres">
      <dgm:prSet presAssocID="{2867AA42-FFC2-4148-8D52-1198D9A0D979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5F3EDC08-34C2-4994-9F9F-879F26E21A33}" srcId="{C1DF3AA3-3D88-4242-9E7A-B0829884F44D}" destId="{F8633622-BCA4-4D8C-BD5E-A156302F21B9}" srcOrd="1" destOrd="0" parTransId="{B3122C52-6856-4A6E-8FAA-9139A58A46D8}" sibTransId="{E05D6762-B859-44C7-805B-F5CC2E510ACC}"/>
    <dgm:cxn modelId="{26A9A31A-54D2-004A-820B-013C357B19A7}" type="presOf" srcId="{F8633622-BCA4-4D8C-BD5E-A156302F21B9}" destId="{F70F1EFA-A867-A346-A1B8-63960F0A24BD}" srcOrd="0" destOrd="0" presId="urn:microsoft.com/office/officeart/2005/8/layout/vList2"/>
    <dgm:cxn modelId="{2D94391B-F1AD-A14D-B5BE-D7A8823F0AE4}" type="presOf" srcId="{C1DF3AA3-3D88-4242-9E7A-B0829884F44D}" destId="{5B9F4A54-3282-B540-BBFC-9622F8EF9568}" srcOrd="0" destOrd="0" presId="urn:microsoft.com/office/officeart/2005/8/layout/vList2"/>
    <dgm:cxn modelId="{0D3F4632-C169-4866-8BCA-7C1ED431D801}" srcId="{C1DF3AA3-3D88-4242-9E7A-B0829884F44D}" destId="{3DB4A7C2-192F-4FB2-BEE0-6D16D8E15B24}" srcOrd="3" destOrd="0" parTransId="{7EE6237C-1770-4221-B2CB-81799B654C05}" sibTransId="{CF235AFA-0CB3-4E3E-9C3E-463C283DFA51}"/>
    <dgm:cxn modelId="{37394346-94A2-B04A-A16F-79A7B7BC9A6B}" type="presOf" srcId="{2867AA42-FFC2-4148-8D52-1198D9A0D979}" destId="{7E62074B-692C-934E-8D84-8D6125C9F256}" srcOrd="0" destOrd="0" presId="urn:microsoft.com/office/officeart/2005/8/layout/vList2"/>
    <dgm:cxn modelId="{3AA96E6F-D893-4B7E-BDAC-FE59C5BE8802}" srcId="{C1DF3AA3-3D88-4242-9E7A-B0829884F44D}" destId="{22AAC869-FCDB-4A53-B5C4-BBC2E4A41AA6}" srcOrd="5" destOrd="0" parTransId="{64E431BF-5800-4491-BF62-37A2AB228642}" sibTransId="{93C16FA1-44B8-4D53-B2FF-743F602DB91A}"/>
    <dgm:cxn modelId="{B092C151-18EB-4344-96AA-E6A8158BFDD6}" srcId="{C1DF3AA3-3D88-4242-9E7A-B0829884F44D}" destId="{7B2F3124-BD38-4115-BE3F-8E471FB37546}" srcOrd="0" destOrd="0" parTransId="{5E990687-0E01-4F22-AB81-A7A83905BB71}" sibTransId="{F43993E9-9176-46E7-AA3A-E01F2A5DA5F6}"/>
    <dgm:cxn modelId="{15977D9D-907F-E046-86D5-ADF93BF28C9E}" type="presOf" srcId="{E0977D58-4726-44EE-9D07-B0099FD5DF3D}" destId="{814EDB41-099E-924D-97B6-24D3A7344580}" srcOrd="0" destOrd="0" presId="urn:microsoft.com/office/officeart/2005/8/layout/vList2"/>
    <dgm:cxn modelId="{3A4EB7B7-506A-484E-9F79-4562664B7768}" type="presOf" srcId="{22AAC869-FCDB-4A53-B5C4-BBC2E4A41AA6}" destId="{D1380C3F-B9CF-C045-8074-13F50D17201D}" srcOrd="0" destOrd="0" presId="urn:microsoft.com/office/officeart/2005/8/layout/vList2"/>
    <dgm:cxn modelId="{7613BCBC-EDDE-4A60-9553-584944FF9A9D}" srcId="{C1DF3AA3-3D88-4242-9E7A-B0829884F44D}" destId="{E0977D58-4726-44EE-9D07-B0099FD5DF3D}" srcOrd="4" destOrd="0" parTransId="{9A454B8D-3693-43BB-AD0E-C7D940AD8B87}" sibTransId="{421E46B7-8B37-4573-9CFC-CA524863DFD3}"/>
    <dgm:cxn modelId="{CFC29AC6-9209-4E7E-811B-40DE96479D94}" srcId="{C1DF3AA3-3D88-4242-9E7A-B0829884F44D}" destId="{2867AA42-FFC2-4148-8D52-1198D9A0D979}" srcOrd="6" destOrd="0" parTransId="{04F9CCFF-FBCC-4CF2-B1FA-1051A675DDA0}" sibTransId="{9CC84B15-69A9-4A94-9333-240EB1FC169C}"/>
    <dgm:cxn modelId="{0D5908CB-6211-7643-A5CB-6914C15140B7}" type="presOf" srcId="{7B2F3124-BD38-4115-BE3F-8E471FB37546}" destId="{14C8C92B-5D45-1C42-A782-70C7E2FB3E1F}" srcOrd="0" destOrd="0" presId="urn:microsoft.com/office/officeart/2005/8/layout/vList2"/>
    <dgm:cxn modelId="{BE5C03D0-5CA1-4605-85FA-5B5E25B7BB99}" srcId="{C1DF3AA3-3D88-4242-9E7A-B0829884F44D}" destId="{5BA2EDD3-1765-42F6-A376-9C09BB54FE16}" srcOrd="2" destOrd="0" parTransId="{1DC0A60E-FE00-47EF-8C0B-C8102410881C}" sibTransId="{10B93E25-DBBB-442A-9EEF-704EF50D4CED}"/>
    <dgm:cxn modelId="{EABD6DEF-7C80-4B4A-BCD1-89008CC16CE6}" type="presOf" srcId="{3DB4A7C2-192F-4FB2-BEE0-6D16D8E15B24}" destId="{1C3A0431-4536-654B-83B8-E815F0FDF6B1}" srcOrd="0" destOrd="0" presId="urn:microsoft.com/office/officeart/2005/8/layout/vList2"/>
    <dgm:cxn modelId="{830B94F0-027A-1643-959F-B7099EF0546F}" type="presOf" srcId="{5BA2EDD3-1765-42F6-A376-9C09BB54FE16}" destId="{FCF08DE4-13FF-C64C-B57B-179DEF6CCC37}" srcOrd="0" destOrd="0" presId="urn:microsoft.com/office/officeart/2005/8/layout/vList2"/>
    <dgm:cxn modelId="{45D85B9C-7CEA-DA46-B5E0-756ED418B834}" type="presParOf" srcId="{5B9F4A54-3282-B540-BBFC-9622F8EF9568}" destId="{14C8C92B-5D45-1C42-A782-70C7E2FB3E1F}" srcOrd="0" destOrd="0" presId="urn:microsoft.com/office/officeart/2005/8/layout/vList2"/>
    <dgm:cxn modelId="{578DC853-D730-9A42-8D02-1C549B752398}" type="presParOf" srcId="{5B9F4A54-3282-B540-BBFC-9622F8EF9568}" destId="{C900CF94-C9DD-AE49-AE1B-1DFE5F6A5943}" srcOrd="1" destOrd="0" presId="urn:microsoft.com/office/officeart/2005/8/layout/vList2"/>
    <dgm:cxn modelId="{D7C394E1-B3D5-5040-BEAE-9ABF7407CD18}" type="presParOf" srcId="{5B9F4A54-3282-B540-BBFC-9622F8EF9568}" destId="{F70F1EFA-A867-A346-A1B8-63960F0A24BD}" srcOrd="2" destOrd="0" presId="urn:microsoft.com/office/officeart/2005/8/layout/vList2"/>
    <dgm:cxn modelId="{02804634-A57C-D44C-B8FE-88479FF6F99B}" type="presParOf" srcId="{5B9F4A54-3282-B540-BBFC-9622F8EF9568}" destId="{D1BFB920-79F4-714C-AFCB-6658C8E60596}" srcOrd="3" destOrd="0" presId="urn:microsoft.com/office/officeart/2005/8/layout/vList2"/>
    <dgm:cxn modelId="{CC3F42EE-B908-064A-AD94-E70B9BF82AA5}" type="presParOf" srcId="{5B9F4A54-3282-B540-BBFC-9622F8EF9568}" destId="{FCF08DE4-13FF-C64C-B57B-179DEF6CCC37}" srcOrd="4" destOrd="0" presId="urn:microsoft.com/office/officeart/2005/8/layout/vList2"/>
    <dgm:cxn modelId="{08F19DC8-D2EF-4D47-9845-77A3D8A4F233}" type="presParOf" srcId="{5B9F4A54-3282-B540-BBFC-9622F8EF9568}" destId="{67A259AC-DC5A-3A46-B70A-4C56EA060C47}" srcOrd="5" destOrd="0" presId="urn:microsoft.com/office/officeart/2005/8/layout/vList2"/>
    <dgm:cxn modelId="{29C8026C-FAB3-D848-890A-AABC00AE9EE7}" type="presParOf" srcId="{5B9F4A54-3282-B540-BBFC-9622F8EF9568}" destId="{1C3A0431-4536-654B-83B8-E815F0FDF6B1}" srcOrd="6" destOrd="0" presId="urn:microsoft.com/office/officeart/2005/8/layout/vList2"/>
    <dgm:cxn modelId="{FC993F5B-7238-A54E-9FFE-E4749F2D4E1E}" type="presParOf" srcId="{5B9F4A54-3282-B540-BBFC-9622F8EF9568}" destId="{F0D37562-B8FD-F841-BA47-70A568018888}" srcOrd="7" destOrd="0" presId="urn:microsoft.com/office/officeart/2005/8/layout/vList2"/>
    <dgm:cxn modelId="{7A7C3E49-9A25-BD47-B4F6-F152EE55E95D}" type="presParOf" srcId="{5B9F4A54-3282-B540-BBFC-9622F8EF9568}" destId="{814EDB41-099E-924D-97B6-24D3A7344580}" srcOrd="8" destOrd="0" presId="urn:microsoft.com/office/officeart/2005/8/layout/vList2"/>
    <dgm:cxn modelId="{2A833B0F-F31E-B24F-AFBF-68312B524281}" type="presParOf" srcId="{5B9F4A54-3282-B540-BBFC-9622F8EF9568}" destId="{2D1AFC2B-EEC6-0E47-9EAB-7D1DB5497FC3}" srcOrd="9" destOrd="0" presId="urn:microsoft.com/office/officeart/2005/8/layout/vList2"/>
    <dgm:cxn modelId="{3B17E059-891C-4740-9472-4791A0AF7830}" type="presParOf" srcId="{5B9F4A54-3282-B540-BBFC-9622F8EF9568}" destId="{D1380C3F-B9CF-C045-8074-13F50D17201D}" srcOrd="10" destOrd="0" presId="urn:microsoft.com/office/officeart/2005/8/layout/vList2"/>
    <dgm:cxn modelId="{D60F2611-E5BD-2C43-B709-E957186E2DB9}" type="presParOf" srcId="{5B9F4A54-3282-B540-BBFC-9622F8EF9568}" destId="{058EAA78-1E12-AD43-B803-C1E83697D066}" srcOrd="11" destOrd="0" presId="urn:microsoft.com/office/officeart/2005/8/layout/vList2"/>
    <dgm:cxn modelId="{A603E03B-2A4A-714F-9977-6D845049DC78}" type="presParOf" srcId="{5B9F4A54-3282-B540-BBFC-9622F8EF9568}" destId="{7E62074B-692C-934E-8D84-8D6125C9F25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7D32F9-9984-4EA2-8157-BDF6DA49F47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BC69B2D-44A7-4D90-98F1-8519866C0866}">
      <dgm:prSet/>
      <dgm:spPr/>
      <dgm:t>
        <a:bodyPr/>
        <a:lstStyle/>
        <a:p>
          <a:r>
            <a:rPr lang="en-US"/>
            <a:t>-Product: Premium items for VIPs.</a:t>
          </a:r>
        </a:p>
      </dgm:t>
    </dgm:pt>
    <dgm:pt modelId="{C39423DE-63C1-4EAC-98A9-A5E39D179BD0}" type="parTrans" cxnId="{DAD07342-89CB-4805-AACE-30FCF96D480C}">
      <dgm:prSet/>
      <dgm:spPr/>
      <dgm:t>
        <a:bodyPr/>
        <a:lstStyle/>
        <a:p>
          <a:endParaRPr lang="en-US"/>
        </a:p>
      </dgm:t>
    </dgm:pt>
    <dgm:pt modelId="{A28C4263-EC54-40AC-B4D9-7745699E0179}" type="sibTrans" cxnId="{DAD07342-89CB-4805-AACE-30FCF96D480C}">
      <dgm:prSet/>
      <dgm:spPr/>
      <dgm:t>
        <a:bodyPr/>
        <a:lstStyle/>
        <a:p>
          <a:endParaRPr lang="en-US"/>
        </a:p>
      </dgm:t>
    </dgm:pt>
    <dgm:pt modelId="{DEB5929D-9128-4556-B51C-F7C164B05366}">
      <dgm:prSet/>
      <dgm:spPr/>
      <dgm:t>
        <a:bodyPr/>
        <a:lstStyle/>
        <a:p>
          <a:r>
            <a:rPr lang="en-US"/>
            <a:t>-Price: Discounts for inactive customers.</a:t>
          </a:r>
        </a:p>
      </dgm:t>
    </dgm:pt>
    <dgm:pt modelId="{6002A7F2-7459-4607-A4ED-88E77BA86EC3}" type="parTrans" cxnId="{12A02B6D-9195-41BF-A668-AA5C62025B17}">
      <dgm:prSet/>
      <dgm:spPr/>
      <dgm:t>
        <a:bodyPr/>
        <a:lstStyle/>
        <a:p>
          <a:endParaRPr lang="en-US"/>
        </a:p>
      </dgm:t>
    </dgm:pt>
    <dgm:pt modelId="{DBCE4A4B-A599-4EF5-88E2-5E4801D95820}" type="sibTrans" cxnId="{12A02B6D-9195-41BF-A668-AA5C62025B17}">
      <dgm:prSet/>
      <dgm:spPr/>
      <dgm:t>
        <a:bodyPr/>
        <a:lstStyle/>
        <a:p>
          <a:endParaRPr lang="en-US"/>
        </a:p>
      </dgm:t>
    </dgm:pt>
    <dgm:pt modelId="{5D60B58E-CDFB-48D5-A441-FB4FA44CC45D}">
      <dgm:prSet/>
      <dgm:spPr/>
      <dgm:t>
        <a:bodyPr/>
        <a:lstStyle/>
        <a:p>
          <a:r>
            <a:rPr lang="en-US"/>
            <a:t>-Place: Direct channels for VIPs.</a:t>
          </a:r>
        </a:p>
      </dgm:t>
    </dgm:pt>
    <dgm:pt modelId="{2FD57CD2-9E97-4FC3-9295-94C28A44731F}" type="parTrans" cxnId="{8F1DC235-2D42-4EC2-AC88-9E7645ED0917}">
      <dgm:prSet/>
      <dgm:spPr/>
      <dgm:t>
        <a:bodyPr/>
        <a:lstStyle/>
        <a:p>
          <a:endParaRPr lang="en-US"/>
        </a:p>
      </dgm:t>
    </dgm:pt>
    <dgm:pt modelId="{11E2598C-9DBA-4F99-8778-FC0A594A4778}" type="sibTrans" cxnId="{8F1DC235-2D42-4EC2-AC88-9E7645ED0917}">
      <dgm:prSet/>
      <dgm:spPr/>
      <dgm:t>
        <a:bodyPr/>
        <a:lstStyle/>
        <a:p>
          <a:endParaRPr lang="en-US"/>
        </a:p>
      </dgm:t>
    </dgm:pt>
    <dgm:pt modelId="{78CA2F8F-D4FE-49FF-925A-B2CB2A9E8BBD}">
      <dgm:prSet/>
      <dgm:spPr/>
      <dgm:t>
        <a:bodyPr/>
        <a:lstStyle/>
        <a:p>
          <a:r>
            <a:rPr lang="en-US"/>
            <a:t>-Promotion: Targeted campaigns.</a:t>
          </a:r>
        </a:p>
      </dgm:t>
    </dgm:pt>
    <dgm:pt modelId="{4326963B-1B1F-469A-8F12-1C4E47BC43E6}" type="parTrans" cxnId="{703FC363-0F29-4F35-9ED0-AE6B97CFE289}">
      <dgm:prSet/>
      <dgm:spPr/>
      <dgm:t>
        <a:bodyPr/>
        <a:lstStyle/>
        <a:p>
          <a:endParaRPr lang="en-US"/>
        </a:p>
      </dgm:t>
    </dgm:pt>
    <dgm:pt modelId="{25414D6D-B320-41E5-BD10-82EF4DA6885B}" type="sibTrans" cxnId="{703FC363-0F29-4F35-9ED0-AE6B97CFE289}">
      <dgm:prSet/>
      <dgm:spPr/>
      <dgm:t>
        <a:bodyPr/>
        <a:lstStyle/>
        <a:p>
          <a:endParaRPr lang="en-US"/>
        </a:p>
      </dgm:t>
    </dgm:pt>
    <dgm:pt modelId="{424091AC-6D04-406E-8CEA-C98360874396}">
      <dgm:prSet/>
      <dgm:spPr/>
      <dgm:t>
        <a:bodyPr/>
        <a:lstStyle/>
        <a:p>
          <a:r>
            <a:rPr lang="en-US"/>
            <a:t>-People: Focus on high-value clients.</a:t>
          </a:r>
        </a:p>
      </dgm:t>
    </dgm:pt>
    <dgm:pt modelId="{6D27E861-E385-4BDF-A238-9DE2C5005884}" type="parTrans" cxnId="{A123D4DD-A45E-413E-859B-0F29F8558488}">
      <dgm:prSet/>
      <dgm:spPr/>
      <dgm:t>
        <a:bodyPr/>
        <a:lstStyle/>
        <a:p>
          <a:endParaRPr lang="en-US"/>
        </a:p>
      </dgm:t>
    </dgm:pt>
    <dgm:pt modelId="{BB1633E7-2EBD-493C-A10B-C36B1043EB13}" type="sibTrans" cxnId="{A123D4DD-A45E-413E-859B-0F29F8558488}">
      <dgm:prSet/>
      <dgm:spPr/>
      <dgm:t>
        <a:bodyPr/>
        <a:lstStyle/>
        <a:p>
          <a:endParaRPr lang="en-US"/>
        </a:p>
      </dgm:t>
    </dgm:pt>
    <dgm:pt modelId="{75AA5808-06BB-4653-A2B4-D71C2C2CEEF7}">
      <dgm:prSet/>
      <dgm:spPr/>
      <dgm:t>
        <a:bodyPr/>
        <a:lstStyle/>
        <a:p>
          <a:r>
            <a:rPr lang="en-US"/>
            <a:t>-Process: Automated CRM workflows.</a:t>
          </a:r>
        </a:p>
      </dgm:t>
    </dgm:pt>
    <dgm:pt modelId="{0341F7FE-1B3B-4BAE-8161-831AF6209A32}" type="parTrans" cxnId="{98AB1E32-1CC4-4671-9B9F-6446E8ABDBF5}">
      <dgm:prSet/>
      <dgm:spPr/>
      <dgm:t>
        <a:bodyPr/>
        <a:lstStyle/>
        <a:p>
          <a:endParaRPr lang="en-US"/>
        </a:p>
      </dgm:t>
    </dgm:pt>
    <dgm:pt modelId="{E7C65997-C709-40F2-B764-1D7C25FB855A}" type="sibTrans" cxnId="{98AB1E32-1CC4-4671-9B9F-6446E8ABDBF5}">
      <dgm:prSet/>
      <dgm:spPr/>
      <dgm:t>
        <a:bodyPr/>
        <a:lstStyle/>
        <a:p>
          <a:endParaRPr lang="en-US"/>
        </a:p>
      </dgm:t>
    </dgm:pt>
    <dgm:pt modelId="{282ACA65-B9FD-43E4-9EB4-41ED08A470A7}">
      <dgm:prSet/>
      <dgm:spPr/>
      <dgm:t>
        <a:bodyPr/>
        <a:lstStyle/>
        <a:p>
          <a:r>
            <a:rPr lang="en-US"/>
            <a:t>-Physical Evidence: Enhanced packaging for premium customers.</a:t>
          </a:r>
        </a:p>
      </dgm:t>
    </dgm:pt>
    <dgm:pt modelId="{FBA788B1-531E-4516-86D2-188F0EE9D10B}" type="parTrans" cxnId="{00C5C894-29F2-46D7-A493-6B88F5D904AE}">
      <dgm:prSet/>
      <dgm:spPr/>
      <dgm:t>
        <a:bodyPr/>
        <a:lstStyle/>
        <a:p>
          <a:endParaRPr lang="en-US"/>
        </a:p>
      </dgm:t>
    </dgm:pt>
    <dgm:pt modelId="{42D05E50-F272-4B3F-AE86-3C68594EB7A2}" type="sibTrans" cxnId="{00C5C894-29F2-46D7-A493-6B88F5D904AE}">
      <dgm:prSet/>
      <dgm:spPr/>
      <dgm:t>
        <a:bodyPr/>
        <a:lstStyle/>
        <a:p>
          <a:endParaRPr lang="en-US"/>
        </a:p>
      </dgm:t>
    </dgm:pt>
    <dgm:pt modelId="{21700C84-69C5-4899-967B-CE11DA9E07F9}" type="pres">
      <dgm:prSet presAssocID="{FE7D32F9-9984-4EA2-8157-BDF6DA49F47D}" presName="root" presStyleCnt="0">
        <dgm:presLayoutVars>
          <dgm:dir/>
          <dgm:resizeHandles val="exact"/>
        </dgm:presLayoutVars>
      </dgm:prSet>
      <dgm:spPr/>
    </dgm:pt>
    <dgm:pt modelId="{4B015A8F-65B9-4A98-B2E8-014747CE31DD}" type="pres">
      <dgm:prSet presAssocID="{BBC69B2D-44A7-4D90-98F1-8519866C0866}" presName="compNode" presStyleCnt="0"/>
      <dgm:spPr/>
    </dgm:pt>
    <dgm:pt modelId="{7CED8C5D-D445-43E9-8DD9-E8FFF212BDEE}" type="pres">
      <dgm:prSet presAssocID="{BBC69B2D-44A7-4D90-98F1-8519866C0866}" presName="bgRect" presStyleLbl="bgShp" presStyleIdx="0" presStyleCnt="7"/>
      <dgm:spPr/>
    </dgm:pt>
    <dgm:pt modelId="{47DF8EFA-5CF3-4D6B-9E70-5E31558BF572}" type="pres">
      <dgm:prSet presAssocID="{BBC69B2D-44A7-4D90-98F1-8519866C0866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y Mask"/>
        </a:ext>
      </dgm:extLst>
    </dgm:pt>
    <dgm:pt modelId="{1D20B671-490E-4ADD-B2F9-7659586D6CBE}" type="pres">
      <dgm:prSet presAssocID="{BBC69B2D-44A7-4D90-98F1-8519866C0866}" presName="spaceRect" presStyleCnt="0"/>
      <dgm:spPr/>
    </dgm:pt>
    <dgm:pt modelId="{96F6D94C-9B5F-4EB7-A94D-FD269C3C38C9}" type="pres">
      <dgm:prSet presAssocID="{BBC69B2D-44A7-4D90-98F1-8519866C0866}" presName="parTx" presStyleLbl="revTx" presStyleIdx="0" presStyleCnt="7">
        <dgm:presLayoutVars>
          <dgm:chMax val="0"/>
          <dgm:chPref val="0"/>
        </dgm:presLayoutVars>
      </dgm:prSet>
      <dgm:spPr/>
    </dgm:pt>
    <dgm:pt modelId="{191D4C81-9146-454E-A5C7-46D2F078580F}" type="pres">
      <dgm:prSet presAssocID="{A28C4263-EC54-40AC-B4D9-7745699E0179}" presName="sibTrans" presStyleCnt="0"/>
      <dgm:spPr/>
    </dgm:pt>
    <dgm:pt modelId="{ADF50478-3518-45D7-8598-9F6B2C361394}" type="pres">
      <dgm:prSet presAssocID="{DEB5929D-9128-4556-B51C-F7C164B05366}" presName="compNode" presStyleCnt="0"/>
      <dgm:spPr/>
    </dgm:pt>
    <dgm:pt modelId="{0193CCBD-E37F-43E5-810A-12BFE88209A7}" type="pres">
      <dgm:prSet presAssocID="{DEB5929D-9128-4556-B51C-F7C164B05366}" presName="bgRect" presStyleLbl="bgShp" presStyleIdx="1" presStyleCnt="7"/>
      <dgm:spPr/>
    </dgm:pt>
    <dgm:pt modelId="{A54259DA-6FD1-4DA9-A4F1-1E9D59765248}" type="pres">
      <dgm:prSet presAssocID="{DEB5929D-9128-4556-B51C-F7C164B05366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moking"/>
        </a:ext>
      </dgm:extLst>
    </dgm:pt>
    <dgm:pt modelId="{2D71F429-B4A1-46F1-B114-695C1C07778F}" type="pres">
      <dgm:prSet presAssocID="{DEB5929D-9128-4556-B51C-F7C164B05366}" presName="spaceRect" presStyleCnt="0"/>
      <dgm:spPr/>
    </dgm:pt>
    <dgm:pt modelId="{5C13D6F3-A151-4E16-80D3-6235E8CCE04A}" type="pres">
      <dgm:prSet presAssocID="{DEB5929D-9128-4556-B51C-F7C164B05366}" presName="parTx" presStyleLbl="revTx" presStyleIdx="1" presStyleCnt="7">
        <dgm:presLayoutVars>
          <dgm:chMax val="0"/>
          <dgm:chPref val="0"/>
        </dgm:presLayoutVars>
      </dgm:prSet>
      <dgm:spPr/>
    </dgm:pt>
    <dgm:pt modelId="{D5CD9286-909B-4C4E-BC43-3237DA5B5A68}" type="pres">
      <dgm:prSet presAssocID="{DBCE4A4B-A599-4EF5-88E2-5E4801D95820}" presName="sibTrans" presStyleCnt="0"/>
      <dgm:spPr/>
    </dgm:pt>
    <dgm:pt modelId="{7F14B090-E39B-4159-B62D-6412ED701FE4}" type="pres">
      <dgm:prSet presAssocID="{5D60B58E-CDFB-48D5-A441-FB4FA44CC45D}" presName="compNode" presStyleCnt="0"/>
      <dgm:spPr/>
    </dgm:pt>
    <dgm:pt modelId="{C37B3DD6-DAC3-42D0-B1E7-54B89B55AF2D}" type="pres">
      <dgm:prSet presAssocID="{5D60B58E-CDFB-48D5-A441-FB4FA44CC45D}" presName="bgRect" presStyleLbl="bgShp" presStyleIdx="2" presStyleCnt="7"/>
      <dgm:spPr/>
    </dgm:pt>
    <dgm:pt modelId="{CCB9BAEC-4CA4-465D-98F1-CF65AF5BD34F}" type="pres">
      <dgm:prSet presAssocID="{5D60B58E-CDFB-48D5-A441-FB4FA44CC45D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"/>
        </a:ext>
      </dgm:extLst>
    </dgm:pt>
    <dgm:pt modelId="{A0E72AAF-FCA5-4DA4-85DE-6E291FD2CA56}" type="pres">
      <dgm:prSet presAssocID="{5D60B58E-CDFB-48D5-A441-FB4FA44CC45D}" presName="spaceRect" presStyleCnt="0"/>
      <dgm:spPr/>
    </dgm:pt>
    <dgm:pt modelId="{7F157F9C-64F7-4403-B7DF-2ADDA0841C75}" type="pres">
      <dgm:prSet presAssocID="{5D60B58E-CDFB-48D5-A441-FB4FA44CC45D}" presName="parTx" presStyleLbl="revTx" presStyleIdx="2" presStyleCnt="7">
        <dgm:presLayoutVars>
          <dgm:chMax val="0"/>
          <dgm:chPref val="0"/>
        </dgm:presLayoutVars>
      </dgm:prSet>
      <dgm:spPr/>
    </dgm:pt>
    <dgm:pt modelId="{FB059C69-BD38-40B3-ACD6-26409A9B1DC8}" type="pres">
      <dgm:prSet presAssocID="{11E2598C-9DBA-4F99-8778-FC0A594A4778}" presName="sibTrans" presStyleCnt="0"/>
      <dgm:spPr/>
    </dgm:pt>
    <dgm:pt modelId="{033699C7-94F4-4D13-B24D-1F7F64414CA2}" type="pres">
      <dgm:prSet presAssocID="{78CA2F8F-D4FE-49FF-925A-B2CB2A9E8BBD}" presName="compNode" presStyleCnt="0"/>
      <dgm:spPr/>
    </dgm:pt>
    <dgm:pt modelId="{CE4CB342-BB19-4FF0-8825-A57A4990D26F}" type="pres">
      <dgm:prSet presAssocID="{78CA2F8F-D4FE-49FF-925A-B2CB2A9E8BBD}" presName="bgRect" presStyleLbl="bgShp" presStyleIdx="3" presStyleCnt="7"/>
      <dgm:spPr/>
    </dgm:pt>
    <dgm:pt modelId="{4EC197DF-0784-4FB9-AA77-D40AF70DCF1E}" type="pres">
      <dgm:prSet presAssocID="{78CA2F8F-D4FE-49FF-925A-B2CB2A9E8BB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2852FE56-A2BF-4DD1-B7DA-B44FF9DF1F43}" type="pres">
      <dgm:prSet presAssocID="{78CA2F8F-D4FE-49FF-925A-B2CB2A9E8BBD}" presName="spaceRect" presStyleCnt="0"/>
      <dgm:spPr/>
    </dgm:pt>
    <dgm:pt modelId="{876BD650-FD8B-4315-974C-B727AF1608D3}" type="pres">
      <dgm:prSet presAssocID="{78CA2F8F-D4FE-49FF-925A-B2CB2A9E8BBD}" presName="parTx" presStyleLbl="revTx" presStyleIdx="3" presStyleCnt="7">
        <dgm:presLayoutVars>
          <dgm:chMax val="0"/>
          <dgm:chPref val="0"/>
        </dgm:presLayoutVars>
      </dgm:prSet>
      <dgm:spPr/>
    </dgm:pt>
    <dgm:pt modelId="{D6E6C46E-AB4A-43E0-9214-52642C7E3147}" type="pres">
      <dgm:prSet presAssocID="{25414D6D-B320-41E5-BD10-82EF4DA6885B}" presName="sibTrans" presStyleCnt="0"/>
      <dgm:spPr/>
    </dgm:pt>
    <dgm:pt modelId="{7E9013C6-F6E3-4E64-ADFF-375F3056A2FA}" type="pres">
      <dgm:prSet presAssocID="{424091AC-6D04-406E-8CEA-C98360874396}" presName="compNode" presStyleCnt="0"/>
      <dgm:spPr/>
    </dgm:pt>
    <dgm:pt modelId="{02B447BB-2574-4532-8A35-98563442BB80}" type="pres">
      <dgm:prSet presAssocID="{424091AC-6D04-406E-8CEA-C98360874396}" presName="bgRect" presStyleLbl="bgShp" presStyleIdx="4" presStyleCnt="7"/>
      <dgm:spPr/>
    </dgm:pt>
    <dgm:pt modelId="{19FA9C4E-612C-425A-A352-5C159094A3BB}" type="pres">
      <dgm:prSet presAssocID="{424091AC-6D04-406E-8CEA-C9836087439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8EBC6061-F79A-45BF-B18D-99A29AB049CA}" type="pres">
      <dgm:prSet presAssocID="{424091AC-6D04-406E-8CEA-C98360874396}" presName="spaceRect" presStyleCnt="0"/>
      <dgm:spPr/>
    </dgm:pt>
    <dgm:pt modelId="{2E2F4D68-7149-4BFB-A07D-8A05FA38621E}" type="pres">
      <dgm:prSet presAssocID="{424091AC-6D04-406E-8CEA-C98360874396}" presName="parTx" presStyleLbl="revTx" presStyleIdx="4" presStyleCnt="7">
        <dgm:presLayoutVars>
          <dgm:chMax val="0"/>
          <dgm:chPref val="0"/>
        </dgm:presLayoutVars>
      </dgm:prSet>
      <dgm:spPr/>
    </dgm:pt>
    <dgm:pt modelId="{1818FFAB-B4B7-463C-8276-D6B34CFCF9F1}" type="pres">
      <dgm:prSet presAssocID="{BB1633E7-2EBD-493C-A10B-C36B1043EB13}" presName="sibTrans" presStyleCnt="0"/>
      <dgm:spPr/>
    </dgm:pt>
    <dgm:pt modelId="{14058C1A-3B52-4B77-93EA-010B9E445B95}" type="pres">
      <dgm:prSet presAssocID="{75AA5808-06BB-4653-A2B4-D71C2C2CEEF7}" presName="compNode" presStyleCnt="0"/>
      <dgm:spPr/>
    </dgm:pt>
    <dgm:pt modelId="{55DF86E1-3DB7-4424-A829-1CEDF42C743E}" type="pres">
      <dgm:prSet presAssocID="{75AA5808-06BB-4653-A2B4-D71C2C2CEEF7}" presName="bgRect" presStyleLbl="bgShp" presStyleIdx="5" presStyleCnt="7"/>
      <dgm:spPr/>
    </dgm:pt>
    <dgm:pt modelId="{D2F40D04-D300-4331-B393-B3391FEC3E54}" type="pres">
      <dgm:prSet presAssocID="{75AA5808-06BB-4653-A2B4-D71C2C2CEEF7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645A9AB-1433-4476-AD08-F1665DFC0400}" type="pres">
      <dgm:prSet presAssocID="{75AA5808-06BB-4653-A2B4-D71C2C2CEEF7}" presName="spaceRect" presStyleCnt="0"/>
      <dgm:spPr/>
    </dgm:pt>
    <dgm:pt modelId="{120BC196-B694-4B44-8733-63432754DD4B}" type="pres">
      <dgm:prSet presAssocID="{75AA5808-06BB-4653-A2B4-D71C2C2CEEF7}" presName="parTx" presStyleLbl="revTx" presStyleIdx="5" presStyleCnt="7">
        <dgm:presLayoutVars>
          <dgm:chMax val="0"/>
          <dgm:chPref val="0"/>
        </dgm:presLayoutVars>
      </dgm:prSet>
      <dgm:spPr/>
    </dgm:pt>
    <dgm:pt modelId="{384D7CA6-6070-4F3C-A049-A7EC9E6F778B}" type="pres">
      <dgm:prSet presAssocID="{E7C65997-C709-40F2-B764-1D7C25FB855A}" presName="sibTrans" presStyleCnt="0"/>
      <dgm:spPr/>
    </dgm:pt>
    <dgm:pt modelId="{EF8581AF-2991-46CC-9DFD-267B39669861}" type="pres">
      <dgm:prSet presAssocID="{282ACA65-B9FD-43E4-9EB4-41ED08A470A7}" presName="compNode" presStyleCnt="0"/>
      <dgm:spPr/>
    </dgm:pt>
    <dgm:pt modelId="{32C3B900-7E2D-4EDE-B298-8996A16ADE5F}" type="pres">
      <dgm:prSet presAssocID="{282ACA65-B9FD-43E4-9EB4-41ED08A470A7}" presName="bgRect" presStyleLbl="bgShp" presStyleIdx="6" presStyleCnt="7"/>
      <dgm:spPr/>
    </dgm:pt>
    <dgm:pt modelId="{F3F4A698-305B-4887-B335-8DF01CB620B0}" type="pres">
      <dgm:prSet presAssocID="{282ACA65-B9FD-43E4-9EB4-41ED08A470A7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E7403810-8D3D-41D0-8769-38ED0151DE32}" type="pres">
      <dgm:prSet presAssocID="{282ACA65-B9FD-43E4-9EB4-41ED08A470A7}" presName="spaceRect" presStyleCnt="0"/>
      <dgm:spPr/>
    </dgm:pt>
    <dgm:pt modelId="{28F9A2C9-5466-49BA-A1CD-9F63082552E8}" type="pres">
      <dgm:prSet presAssocID="{282ACA65-B9FD-43E4-9EB4-41ED08A470A7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98AB1E32-1CC4-4671-9B9F-6446E8ABDBF5}" srcId="{FE7D32F9-9984-4EA2-8157-BDF6DA49F47D}" destId="{75AA5808-06BB-4653-A2B4-D71C2C2CEEF7}" srcOrd="5" destOrd="0" parTransId="{0341F7FE-1B3B-4BAE-8161-831AF6209A32}" sibTransId="{E7C65997-C709-40F2-B764-1D7C25FB855A}"/>
    <dgm:cxn modelId="{8F1DC235-2D42-4EC2-AC88-9E7645ED0917}" srcId="{FE7D32F9-9984-4EA2-8157-BDF6DA49F47D}" destId="{5D60B58E-CDFB-48D5-A441-FB4FA44CC45D}" srcOrd="2" destOrd="0" parTransId="{2FD57CD2-9E97-4FC3-9295-94C28A44731F}" sibTransId="{11E2598C-9DBA-4F99-8778-FC0A594A4778}"/>
    <dgm:cxn modelId="{1457AA5F-BACC-4FA9-9DEA-9D982C8F4713}" type="presOf" srcId="{75AA5808-06BB-4653-A2B4-D71C2C2CEEF7}" destId="{120BC196-B694-4B44-8733-63432754DD4B}" srcOrd="0" destOrd="0" presId="urn:microsoft.com/office/officeart/2018/2/layout/IconVerticalSolidList"/>
    <dgm:cxn modelId="{DAD07342-89CB-4805-AACE-30FCF96D480C}" srcId="{FE7D32F9-9984-4EA2-8157-BDF6DA49F47D}" destId="{BBC69B2D-44A7-4D90-98F1-8519866C0866}" srcOrd="0" destOrd="0" parTransId="{C39423DE-63C1-4EAC-98A9-A5E39D179BD0}" sibTransId="{A28C4263-EC54-40AC-B4D9-7745699E0179}"/>
    <dgm:cxn modelId="{703FC363-0F29-4F35-9ED0-AE6B97CFE289}" srcId="{FE7D32F9-9984-4EA2-8157-BDF6DA49F47D}" destId="{78CA2F8F-D4FE-49FF-925A-B2CB2A9E8BBD}" srcOrd="3" destOrd="0" parTransId="{4326963B-1B1F-469A-8F12-1C4E47BC43E6}" sibTransId="{25414D6D-B320-41E5-BD10-82EF4DA6885B}"/>
    <dgm:cxn modelId="{12A02B6D-9195-41BF-A668-AA5C62025B17}" srcId="{FE7D32F9-9984-4EA2-8157-BDF6DA49F47D}" destId="{DEB5929D-9128-4556-B51C-F7C164B05366}" srcOrd="1" destOrd="0" parTransId="{6002A7F2-7459-4607-A4ED-88E77BA86EC3}" sibTransId="{DBCE4A4B-A599-4EF5-88E2-5E4801D95820}"/>
    <dgm:cxn modelId="{D9074A6E-D357-49CE-9064-F5758D33F22F}" type="presOf" srcId="{424091AC-6D04-406E-8CEA-C98360874396}" destId="{2E2F4D68-7149-4BFB-A07D-8A05FA38621E}" srcOrd="0" destOrd="0" presId="urn:microsoft.com/office/officeart/2018/2/layout/IconVerticalSolidList"/>
    <dgm:cxn modelId="{B5D93374-8A0F-4995-A655-CFEEF94631EA}" type="presOf" srcId="{5D60B58E-CDFB-48D5-A441-FB4FA44CC45D}" destId="{7F157F9C-64F7-4403-B7DF-2ADDA0841C75}" srcOrd="0" destOrd="0" presId="urn:microsoft.com/office/officeart/2018/2/layout/IconVerticalSolidList"/>
    <dgm:cxn modelId="{D2781886-30CD-470B-818E-1667E49EF82D}" type="presOf" srcId="{DEB5929D-9128-4556-B51C-F7C164B05366}" destId="{5C13D6F3-A151-4E16-80D3-6235E8CCE04A}" srcOrd="0" destOrd="0" presId="urn:microsoft.com/office/officeart/2018/2/layout/IconVerticalSolidList"/>
    <dgm:cxn modelId="{00C5C894-29F2-46D7-A493-6B88F5D904AE}" srcId="{FE7D32F9-9984-4EA2-8157-BDF6DA49F47D}" destId="{282ACA65-B9FD-43E4-9EB4-41ED08A470A7}" srcOrd="6" destOrd="0" parTransId="{FBA788B1-531E-4516-86D2-188F0EE9D10B}" sibTransId="{42D05E50-F272-4B3F-AE86-3C68594EB7A2}"/>
    <dgm:cxn modelId="{2413C7CA-795C-46DC-A3A0-C99FDBC837FA}" type="presOf" srcId="{282ACA65-B9FD-43E4-9EB4-41ED08A470A7}" destId="{28F9A2C9-5466-49BA-A1CD-9F63082552E8}" srcOrd="0" destOrd="0" presId="urn:microsoft.com/office/officeart/2018/2/layout/IconVerticalSolidList"/>
    <dgm:cxn modelId="{F7AE0DCC-4263-4D51-9E24-2AE390460882}" type="presOf" srcId="{78CA2F8F-D4FE-49FF-925A-B2CB2A9E8BBD}" destId="{876BD650-FD8B-4315-974C-B727AF1608D3}" srcOrd="0" destOrd="0" presId="urn:microsoft.com/office/officeart/2018/2/layout/IconVerticalSolidList"/>
    <dgm:cxn modelId="{56DDC6CD-F070-455B-B513-03539AA2B99F}" type="presOf" srcId="{BBC69B2D-44A7-4D90-98F1-8519866C0866}" destId="{96F6D94C-9B5F-4EB7-A94D-FD269C3C38C9}" srcOrd="0" destOrd="0" presId="urn:microsoft.com/office/officeart/2018/2/layout/IconVerticalSolidList"/>
    <dgm:cxn modelId="{A123D4DD-A45E-413E-859B-0F29F8558488}" srcId="{FE7D32F9-9984-4EA2-8157-BDF6DA49F47D}" destId="{424091AC-6D04-406E-8CEA-C98360874396}" srcOrd="4" destOrd="0" parTransId="{6D27E861-E385-4BDF-A238-9DE2C5005884}" sibTransId="{BB1633E7-2EBD-493C-A10B-C36B1043EB13}"/>
    <dgm:cxn modelId="{CA8746E4-FCBA-44F6-8677-F848F10A02CE}" type="presOf" srcId="{FE7D32F9-9984-4EA2-8157-BDF6DA49F47D}" destId="{21700C84-69C5-4899-967B-CE11DA9E07F9}" srcOrd="0" destOrd="0" presId="urn:microsoft.com/office/officeart/2018/2/layout/IconVerticalSolidList"/>
    <dgm:cxn modelId="{2F1DBFB7-3314-41B2-A277-17F84CC97229}" type="presParOf" srcId="{21700C84-69C5-4899-967B-CE11DA9E07F9}" destId="{4B015A8F-65B9-4A98-B2E8-014747CE31DD}" srcOrd="0" destOrd="0" presId="urn:microsoft.com/office/officeart/2018/2/layout/IconVerticalSolidList"/>
    <dgm:cxn modelId="{C2566B96-C3C4-425D-B214-E24DEAC84E02}" type="presParOf" srcId="{4B015A8F-65B9-4A98-B2E8-014747CE31DD}" destId="{7CED8C5D-D445-43E9-8DD9-E8FFF212BDEE}" srcOrd="0" destOrd="0" presId="urn:microsoft.com/office/officeart/2018/2/layout/IconVerticalSolidList"/>
    <dgm:cxn modelId="{3C7A2867-7C6C-4EA1-A914-8CBD473E2689}" type="presParOf" srcId="{4B015A8F-65B9-4A98-B2E8-014747CE31DD}" destId="{47DF8EFA-5CF3-4D6B-9E70-5E31558BF572}" srcOrd="1" destOrd="0" presId="urn:microsoft.com/office/officeart/2018/2/layout/IconVerticalSolidList"/>
    <dgm:cxn modelId="{6F140C72-83A7-4A4C-A194-C606E379FFCE}" type="presParOf" srcId="{4B015A8F-65B9-4A98-B2E8-014747CE31DD}" destId="{1D20B671-490E-4ADD-B2F9-7659586D6CBE}" srcOrd="2" destOrd="0" presId="urn:microsoft.com/office/officeart/2018/2/layout/IconVerticalSolidList"/>
    <dgm:cxn modelId="{95D9470C-B4CC-4489-A1D9-F3828D20740E}" type="presParOf" srcId="{4B015A8F-65B9-4A98-B2E8-014747CE31DD}" destId="{96F6D94C-9B5F-4EB7-A94D-FD269C3C38C9}" srcOrd="3" destOrd="0" presId="urn:microsoft.com/office/officeart/2018/2/layout/IconVerticalSolidList"/>
    <dgm:cxn modelId="{567A42B9-8B82-49D5-8078-A88F97088728}" type="presParOf" srcId="{21700C84-69C5-4899-967B-CE11DA9E07F9}" destId="{191D4C81-9146-454E-A5C7-46D2F078580F}" srcOrd="1" destOrd="0" presId="urn:microsoft.com/office/officeart/2018/2/layout/IconVerticalSolidList"/>
    <dgm:cxn modelId="{07CF48E5-620A-4CE2-9843-DE1878AB72E6}" type="presParOf" srcId="{21700C84-69C5-4899-967B-CE11DA9E07F9}" destId="{ADF50478-3518-45D7-8598-9F6B2C361394}" srcOrd="2" destOrd="0" presId="urn:microsoft.com/office/officeart/2018/2/layout/IconVerticalSolidList"/>
    <dgm:cxn modelId="{4E67B9B1-8E78-49AB-94FA-C4DC27472E96}" type="presParOf" srcId="{ADF50478-3518-45D7-8598-9F6B2C361394}" destId="{0193CCBD-E37F-43E5-810A-12BFE88209A7}" srcOrd="0" destOrd="0" presId="urn:microsoft.com/office/officeart/2018/2/layout/IconVerticalSolidList"/>
    <dgm:cxn modelId="{691E0659-F79B-4206-9951-93A2EF31BA11}" type="presParOf" srcId="{ADF50478-3518-45D7-8598-9F6B2C361394}" destId="{A54259DA-6FD1-4DA9-A4F1-1E9D59765248}" srcOrd="1" destOrd="0" presId="urn:microsoft.com/office/officeart/2018/2/layout/IconVerticalSolidList"/>
    <dgm:cxn modelId="{BBDAFC6E-C022-4771-82BF-B1F64B6FA14C}" type="presParOf" srcId="{ADF50478-3518-45D7-8598-9F6B2C361394}" destId="{2D71F429-B4A1-46F1-B114-695C1C07778F}" srcOrd="2" destOrd="0" presId="urn:microsoft.com/office/officeart/2018/2/layout/IconVerticalSolidList"/>
    <dgm:cxn modelId="{B8D6D374-7A15-40E1-80C7-47E8E85ED356}" type="presParOf" srcId="{ADF50478-3518-45D7-8598-9F6B2C361394}" destId="{5C13D6F3-A151-4E16-80D3-6235E8CCE04A}" srcOrd="3" destOrd="0" presId="urn:microsoft.com/office/officeart/2018/2/layout/IconVerticalSolidList"/>
    <dgm:cxn modelId="{0A41423C-21ED-4C1B-BFE1-96E690EE4377}" type="presParOf" srcId="{21700C84-69C5-4899-967B-CE11DA9E07F9}" destId="{D5CD9286-909B-4C4E-BC43-3237DA5B5A68}" srcOrd="3" destOrd="0" presId="urn:microsoft.com/office/officeart/2018/2/layout/IconVerticalSolidList"/>
    <dgm:cxn modelId="{1845D9E4-EBCC-4C68-A457-31923094CC2A}" type="presParOf" srcId="{21700C84-69C5-4899-967B-CE11DA9E07F9}" destId="{7F14B090-E39B-4159-B62D-6412ED701FE4}" srcOrd="4" destOrd="0" presId="urn:microsoft.com/office/officeart/2018/2/layout/IconVerticalSolidList"/>
    <dgm:cxn modelId="{2022B2A5-CCBC-4EDE-89F4-27F021228A61}" type="presParOf" srcId="{7F14B090-E39B-4159-B62D-6412ED701FE4}" destId="{C37B3DD6-DAC3-42D0-B1E7-54B89B55AF2D}" srcOrd="0" destOrd="0" presId="urn:microsoft.com/office/officeart/2018/2/layout/IconVerticalSolidList"/>
    <dgm:cxn modelId="{3EE026E0-0446-46C5-BC92-2012131431B3}" type="presParOf" srcId="{7F14B090-E39B-4159-B62D-6412ED701FE4}" destId="{CCB9BAEC-4CA4-465D-98F1-CF65AF5BD34F}" srcOrd="1" destOrd="0" presId="urn:microsoft.com/office/officeart/2018/2/layout/IconVerticalSolidList"/>
    <dgm:cxn modelId="{B477CADE-5D80-4E89-A353-385C384A66BD}" type="presParOf" srcId="{7F14B090-E39B-4159-B62D-6412ED701FE4}" destId="{A0E72AAF-FCA5-4DA4-85DE-6E291FD2CA56}" srcOrd="2" destOrd="0" presId="urn:microsoft.com/office/officeart/2018/2/layout/IconVerticalSolidList"/>
    <dgm:cxn modelId="{7F0A5907-C083-401A-8208-214B8DA12FCC}" type="presParOf" srcId="{7F14B090-E39B-4159-B62D-6412ED701FE4}" destId="{7F157F9C-64F7-4403-B7DF-2ADDA0841C75}" srcOrd="3" destOrd="0" presId="urn:microsoft.com/office/officeart/2018/2/layout/IconVerticalSolidList"/>
    <dgm:cxn modelId="{CD08755D-5D41-48C7-AD0D-80C1580245A7}" type="presParOf" srcId="{21700C84-69C5-4899-967B-CE11DA9E07F9}" destId="{FB059C69-BD38-40B3-ACD6-26409A9B1DC8}" srcOrd="5" destOrd="0" presId="urn:microsoft.com/office/officeart/2018/2/layout/IconVerticalSolidList"/>
    <dgm:cxn modelId="{262B3C72-03BE-485F-9D3A-1913D2723B00}" type="presParOf" srcId="{21700C84-69C5-4899-967B-CE11DA9E07F9}" destId="{033699C7-94F4-4D13-B24D-1F7F64414CA2}" srcOrd="6" destOrd="0" presId="urn:microsoft.com/office/officeart/2018/2/layout/IconVerticalSolidList"/>
    <dgm:cxn modelId="{053C6115-DD5D-4A68-8FE8-0E25F618302D}" type="presParOf" srcId="{033699C7-94F4-4D13-B24D-1F7F64414CA2}" destId="{CE4CB342-BB19-4FF0-8825-A57A4990D26F}" srcOrd="0" destOrd="0" presId="urn:microsoft.com/office/officeart/2018/2/layout/IconVerticalSolidList"/>
    <dgm:cxn modelId="{929CC2DC-6417-4955-9A48-5E67E3BD3777}" type="presParOf" srcId="{033699C7-94F4-4D13-B24D-1F7F64414CA2}" destId="{4EC197DF-0784-4FB9-AA77-D40AF70DCF1E}" srcOrd="1" destOrd="0" presId="urn:microsoft.com/office/officeart/2018/2/layout/IconVerticalSolidList"/>
    <dgm:cxn modelId="{44830F2C-AA56-4538-9D82-D07FC18F24EB}" type="presParOf" srcId="{033699C7-94F4-4D13-B24D-1F7F64414CA2}" destId="{2852FE56-A2BF-4DD1-B7DA-B44FF9DF1F43}" srcOrd="2" destOrd="0" presId="urn:microsoft.com/office/officeart/2018/2/layout/IconVerticalSolidList"/>
    <dgm:cxn modelId="{3040FF26-96DF-47FA-B2BA-97B28F460C1A}" type="presParOf" srcId="{033699C7-94F4-4D13-B24D-1F7F64414CA2}" destId="{876BD650-FD8B-4315-974C-B727AF1608D3}" srcOrd="3" destOrd="0" presId="urn:microsoft.com/office/officeart/2018/2/layout/IconVerticalSolidList"/>
    <dgm:cxn modelId="{8E68F538-A28B-4FF4-97FA-9F5CC9F2F5AE}" type="presParOf" srcId="{21700C84-69C5-4899-967B-CE11DA9E07F9}" destId="{D6E6C46E-AB4A-43E0-9214-52642C7E3147}" srcOrd="7" destOrd="0" presId="urn:microsoft.com/office/officeart/2018/2/layout/IconVerticalSolidList"/>
    <dgm:cxn modelId="{46C7CBD4-F85B-4754-BAD6-A04F877EC2FE}" type="presParOf" srcId="{21700C84-69C5-4899-967B-CE11DA9E07F9}" destId="{7E9013C6-F6E3-4E64-ADFF-375F3056A2FA}" srcOrd="8" destOrd="0" presId="urn:microsoft.com/office/officeart/2018/2/layout/IconVerticalSolidList"/>
    <dgm:cxn modelId="{1BEEA94E-CEEB-4A76-8191-A194102581F5}" type="presParOf" srcId="{7E9013C6-F6E3-4E64-ADFF-375F3056A2FA}" destId="{02B447BB-2574-4532-8A35-98563442BB80}" srcOrd="0" destOrd="0" presId="urn:microsoft.com/office/officeart/2018/2/layout/IconVerticalSolidList"/>
    <dgm:cxn modelId="{E7DB0954-2D50-419A-B123-5929C0C163D7}" type="presParOf" srcId="{7E9013C6-F6E3-4E64-ADFF-375F3056A2FA}" destId="{19FA9C4E-612C-425A-A352-5C159094A3BB}" srcOrd="1" destOrd="0" presId="urn:microsoft.com/office/officeart/2018/2/layout/IconVerticalSolidList"/>
    <dgm:cxn modelId="{D17CFC7F-F862-4591-AC1E-E248BE176DE5}" type="presParOf" srcId="{7E9013C6-F6E3-4E64-ADFF-375F3056A2FA}" destId="{8EBC6061-F79A-45BF-B18D-99A29AB049CA}" srcOrd="2" destOrd="0" presId="urn:microsoft.com/office/officeart/2018/2/layout/IconVerticalSolidList"/>
    <dgm:cxn modelId="{6DF8F45C-BCD4-4137-B8C6-3E00A1237BDE}" type="presParOf" srcId="{7E9013C6-F6E3-4E64-ADFF-375F3056A2FA}" destId="{2E2F4D68-7149-4BFB-A07D-8A05FA38621E}" srcOrd="3" destOrd="0" presId="urn:microsoft.com/office/officeart/2018/2/layout/IconVerticalSolidList"/>
    <dgm:cxn modelId="{132796FA-0B73-42CB-912F-4FDB6141897C}" type="presParOf" srcId="{21700C84-69C5-4899-967B-CE11DA9E07F9}" destId="{1818FFAB-B4B7-463C-8276-D6B34CFCF9F1}" srcOrd="9" destOrd="0" presId="urn:microsoft.com/office/officeart/2018/2/layout/IconVerticalSolidList"/>
    <dgm:cxn modelId="{07F29000-04E4-4A33-8603-24BD9AD467AA}" type="presParOf" srcId="{21700C84-69C5-4899-967B-CE11DA9E07F9}" destId="{14058C1A-3B52-4B77-93EA-010B9E445B95}" srcOrd="10" destOrd="0" presId="urn:microsoft.com/office/officeart/2018/2/layout/IconVerticalSolidList"/>
    <dgm:cxn modelId="{C28B8426-A4DA-40DE-A1D3-6252726127E1}" type="presParOf" srcId="{14058C1A-3B52-4B77-93EA-010B9E445B95}" destId="{55DF86E1-3DB7-4424-A829-1CEDF42C743E}" srcOrd="0" destOrd="0" presId="urn:microsoft.com/office/officeart/2018/2/layout/IconVerticalSolidList"/>
    <dgm:cxn modelId="{6F763027-12EA-40B0-B486-6C1D3151DD94}" type="presParOf" srcId="{14058C1A-3B52-4B77-93EA-010B9E445B95}" destId="{D2F40D04-D300-4331-B393-B3391FEC3E54}" srcOrd="1" destOrd="0" presId="urn:microsoft.com/office/officeart/2018/2/layout/IconVerticalSolidList"/>
    <dgm:cxn modelId="{B8F7B094-A563-4241-B4E2-A46C15847CE6}" type="presParOf" srcId="{14058C1A-3B52-4B77-93EA-010B9E445B95}" destId="{4645A9AB-1433-4476-AD08-F1665DFC0400}" srcOrd="2" destOrd="0" presId="urn:microsoft.com/office/officeart/2018/2/layout/IconVerticalSolidList"/>
    <dgm:cxn modelId="{8573358A-72F6-4ACD-975F-BC1418EA1860}" type="presParOf" srcId="{14058C1A-3B52-4B77-93EA-010B9E445B95}" destId="{120BC196-B694-4B44-8733-63432754DD4B}" srcOrd="3" destOrd="0" presId="urn:microsoft.com/office/officeart/2018/2/layout/IconVerticalSolidList"/>
    <dgm:cxn modelId="{15EBCECC-D498-4278-AF52-C50B20E541C5}" type="presParOf" srcId="{21700C84-69C5-4899-967B-CE11DA9E07F9}" destId="{384D7CA6-6070-4F3C-A049-A7EC9E6F778B}" srcOrd="11" destOrd="0" presId="urn:microsoft.com/office/officeart/2018/2/layout/IconVerticalSolidList"/>
    <dgm:cxn modelId="{6B1E8C4F-5221-48D9-843F-51A565D127B2}" type="presParOf" srcId="{21700C84-69C5-4899-967B-CE11DA9E07F9}" destId="{EF8581AF-2991-46CC-9DFD-267B39669861}" srcOrd="12" destOrd="0" presId="urn:microsoft.com/office/officeart/2018/2/layout/IconVerticalSolidList"/>
    <dgm:cxn modelId="{A605F391-BCA2-48A0-AD39-AB538038827F}" type="presParOf" srcId="{EF8581AF-2991-46CC-9DFD-267B39669861}" destId="{32C3B900-7E2D-4EDE-B298-8996A16ADE5F}" srcOrd="0" destOrd="0" presId="urn:microsoft.com/office/officeart/2018/2/layout/IconVerticalSolidList"/>
    <dgm:cxn modelId="{43C173FC-7AB1-4793-9EA5-DA46219D1785}" type="presParOf" srcId="{EF8581AF-2991-46CC-9DFD-267B39669861}" destId="{F3F4A698-305B-4887-B335-8DF01CB620B0}" srcOrd="1" destOrd="0" presId="urn:microsoft.com/office/officeart/2018/2/layout/IconVerticalSolidList"/>
    <dgm:cxn modelId="{33CA4692-7B44-4C80-B497-332C9E877745}" type="presParOf" srcId="{EF8581AF-2991-46CC-9DFD-267B39669861}" destId="{E7403810-8D3D-41D0-8769-38ED0151DE32}" srcOrd="2" destOrd="0" presId="urn:microsoft.com/office/officeart/2018/2/layout/IconVerticalSolidList"/>
    <dgm:cxn modelId="{B72A4F3C-B72B-48FA-9678-8D417DA0C9A6}" type="presParOf" srcId="{EF8581AF-2991-46CC-9DFD-267B39669861}" destId="{28F9A2C9-5466-49BA-A1CD-9F63082552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8647B51-57D5-40D3-B35D-149475D887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D4370E9-CCAB-4AC9-9D5F-C31BCD516A3C}">
      <dgm:prSet/>
      <dgm:spPr/>
      <dgm:t>
        <a:bodyPr/>
        <a:lstStyle/>
        <a:p>
          <a:r>
            <a:rPr lang="en-US"/>
            <a:t>-Aggregated daily &amp; monthly sales data.</a:t>
          </a:r>
        </a:p>
      </dgm:t>
    </dgm:pt>
    <dgm:pt modelId="{B12C97C8-456B-4D1D-B9FC-E187E81648BD}" type="parTrans" cxnId="{CDDC3592-2229-4D19-8BCD-FE25831B2C56}">
      <dgm:prSet/>
      <dgm:spPr/>
      <dgm:t>
        <a:bodyPr/>
        <a:lstStyle/>
        <a:p>
          <a:endParaRPr lang="en-US"/>
        </a:p>
      </dgm:t>
    </dgm:pt>
    <dgm:pt modelId="{E21A7C77-9A1E-4E27-ADA6-DD28D465AFDA}" type="sibTrans" cxnId="{CDDC3592-2229-4D19-8BCD-FE25831B2C56}">
      <dgm:prSet/>
      <dgm:spPr/>
      <dgm:t>
        <a:bodyPr/>
        <a:lstStyle/>
        <a:p>
          <a:endParaRPr lang="en-US"/>
        </a:p>
      </dgm:t>
    </dgm:pt>
    <dgm:pt modelId="{8C9A6398-9AC3-4CF8-96F7-2A1D79E05653}">
      <dgm:prSet/>
      <dgm:spPr/>
      <dgm:t>
        <a:bodyPr/>
        <a:lstStyle/>
        <a:p>
          <a:r>
            <a:rPr lang="en-US"/>
            <a:t>-Forecast horizon: 90 days ahead.</a:t>
          </a:r>
        </a:p>
      </dgm:t>
    </dgm:pt>
    <dgm:pt modelId="{F1EF635F-050B-4451-8E8B-382782E62897}" type="parTrans" cxnId="{ECCE403E-D8E7-439F-B004-7E12365C35D7}">
      <dgm:prSet/>
      <dgm:spPr/>
      <dgm:t>
        <a:bodyPr/>
        <a:lstStyle/>
        <a:p>
          <a:endParaRPr lang="en-US"/>
        </a:p>
      </dgm:t>
    </dgm:pt>
    <dgm:pt modelId="{B4C08420-F35A-49BE-A1AD-D6F4EA36258C}" type="sibTrans" cxnId="{ECCE403E-D8E7-439F-B004-7E12365C35D7}">
      <dgm:prSet/>
      <dgm:spPr/>
      <dgm:t>
        <a:bodyPr/>
        <a:lstStyle/>
        <a:p>
          <a:endParaRPr lang="en-US"/>
        </a:p>
      </dgm:t>
    </dgm:pt>
    <dgm:pt modelId="{C418AA62-09D3-41ED-8EEA-20AC98279ABC}">
      <dgm:prSet/>
      <dgm:spPr/>
      <dgm:t>
        <a:bodyPr/>
        <a:lstStyle/>
        <a:p>
          <a:r>
            <a:rPr lang="en-US"/>
            <a:t>-Stable but slight downward trend forecasted.</a:t>
          </a:r>
        </a:p>
      </dgm:t>
    </dgm:pt>
    <dgm:pt modelId="{F41ECAE9-A24F-4AAA-BE13-D8F9088C0290}" type="parTrans" cxnId="{162D6E7F-0BFF-442A-BC1C-357B30464170}">
      <dgm:prSet/>
      <dgm:spPr/>
      <dgm:t>
        <a:bodyPr/>
        <a:lstStyle/>
        <a:p>
          <a:endParaRPr lang="en-US"/>
        </a:p>
      </dgm:t>
    </dgm:pt>
    <dgm:pt modelId="{B6FBFD4E-BCBB-478A-8221-727765345A23}" type="sibTrans" cxnId="{162D6E7F-0BFF-442A-BC1C-357B30464170}">
      <dgm:prSet/>
      <dgm:spPr/>
      <dgm:t>
        <a:bodyPr/>
        <a:lstStyle/>
        <a:p>
          <a:endParaRPr lang="en-US"/>
        </a:p>
      </dgm:t>
    </dgm:pt>
    <dgm:pt modelId="{F82FFA28-FD43-4041-87DB-1C5870A6C203}">
      <dgm:prSet/>
      <dgm:spPr/>
      <dgm:t>
        <a:bodyPr/>
        <a:lstStyle/>
        <a:p>
          <a:r>
            <a:rPr lang="en-US"/>
            <a:t>-Confidence intervals included for planning.</a:t>
          </a:r>
        </a:p>
      </dgm:t>
    </dgm:pt>
    <dgm:pt modelId="{A82AE60A-3DD8-4678-B733-73573B65991D}" type="parTrans" cxnId="{B22F2CE1-8A8D-4504-9C92-D2A042E2E122}">
      <dgm:prSet/>
      <dgm:spPr/>
      <dgm:t>
        <a:bodyPr/>
        <a:lstStyle/>
        <a:p>
          <a:endParaRPr lang="en-US"/>
        </a:p>
      </dgm:t>
    </dgm:pt>
    <dgm:pt modelId="{49B161B9-658F-44D3-8BD6-C135582E2205}" type="sibTrans" cxnId="{B22F2CE1-8A8D-4504-9C92-D2A042E2E122}">
      <dgm:prSet/>
      <dgm:spPr/>
      <dgm:t>
        <a:bodyPr/>
        <a:lstStyle/>
        <a:p>
          <a:endParaRPr lang="en-US"/>
        </a:p>
      </dgm:t>
    </dgm:pt>
    <dgm:pt modelId="{13EA8276-602F-4622-A36D-E6FC7DCE97A5}" type="pres">
      <dgm:prSet presAssocID="{88647B51-57D5-40D3-B35D-149475D88703}" presName="root" presStyleCnt="0">
        <dgm:presLayoutVars>
          <dgm:dir/>
          <dgm:resizeHandles val="exact"/>
        </dgm:presLayoutVars>
      </dgm:prSet>
      <dgm:spPr/>
    </dgm:pt>
    <dgm:pt modelId="{926402BF-F2C8-45FC-A7F7-4B4428F37664}" type="pres">
      <dgm:prSet presAssocID="{FD4370E9-CCAB-4AC9-9D5F-C31BCD516A3C}" presName="compNode" presStyleCnt="0"/>
      <dgm:spPr/>
    </dgm:pt>
    <dgm:pt modelId="{4C78DAF3-15E7-4ECC-884E-B8C1B83A2889}" type="pres">
      <dgm:prSet presAssocID="{FD4370E9-CCAB-4AC9-9D5F-C31BCD516A3C}" presName="bgRect" presStyleLbl="bgShp" presStyleIdx="0" presStyleCnt="4"/>
      <dgm:spPr/>
    </dgm:pt>
    <dgm:pt modelId="{6A6FEA8C-4EE7-4F3D-ACE3-E60865C8F85E}" type="pres">
      <dgm:prSet presAssocID="{FD4370E9-CCAB-4AC9-9D5F-C31BCD516A3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32757C78-CED8-46CE-BBE9-19D7FCDAB492}" type="pres">
      <dgm:prSet presAssocID="{FD4370E9-CCAB-4AC9-9D5F-C31BCD516A3C}" presName="spaceRect" presStyleCnt="0"/>
      <dgm:spPr/>
    </dgm:pt>
    <dgm:pt modelId="{8AB0A785-3916-402E-A4AA-B3822DD1485F}" type="pres">
      <dgm:prSet presAssocID="{FD4370E9-CCAB-4AC9-9D5F-C31BCD516A3C}" presName="parTx" presStyleLbl="revTx" presStyleIdx="0" presStyleCnt="4">
        <dgm:presLayoutVars>
          <dgm:chMax val="0"/>
          <dgm:chPref val="0"/>
        </dgm:presLayoutVars>
      </dgm:prSet>
      <dgm:spPr/>
    </dgm:pt>
    <dgm:pt modelId="{6AB1D59C-A452-4184-BA5A-77D7A7A716A9}" type="pres">
      <dgm:prSet presAssocID="{E21A7C77-9A1E-4E27-ADA6-DD28D465AFDA}" presName="sibTrans" presStyleCnt="0"/>
      <dgm:spPr/>
    </dgm:pt>
    <dgm:pt modelId="{BB15C4F2-EAB6-48BB-BAC7-ADBF286B61DE}" type="pres">
      <dgm:prSet presAssocID="{8C9A6398-9AC3-4CF8-96F7-2A1D79E05653}" presName="compNode" presStyleCnt="0"/>
      <dgm:spPr/>
    </dgm:pt>
    <dgm:pt modelId="{06F08231-978C-4298-AD24-B296ACE37393}" type="pres">
      <dgm:prSet presAssocID="{8C9A6398-9AC3-4CF8-96F7-2A1D79E05653}" presName="bgRect" presStyleLbl="bgShp" presStyleIdx="1" presStyleCnt="4"/>
      <dgm:spPr/>
    </dgm:pt>
    <dgm:pt modelId="{D0D329F7-87CD-4B8F-A512-8631CB670EDE}" type="pres">
      <dgm:prSet presAssocID="{8C9A6398-9AC3-4CF8-96F7-2A1D79E0565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07C3F217-5DE9-4D9C-B46D-12C4AE2DCA29}" type="pres">
      <dgm:prSet presAssocID="{8C9A6398-9AC3-4CF8-96F7-2A1D79E05653}" presName="spaceRect" presStyleCnt="0"/>
      <dgm:spPr/>
    </dgm:pt>
    <dgm:pt modelId="{A45F898B-7CBA-4C87-9117-E4C01B11C540}" type="pres">
      <dgm:prSet presAssocID="{8C9A6398-9AC3-4CF8-96F7-2A1D79E05653}" presName="parTx" presStyleLbl="revTx" presStyleIdx="1" presStyleCnt="4">
        <dgm:presLayoutVars>
          <dgm:chMax val="0"/>
          <dgm:chPref val="0"/>
        </dgm:presLayoutVars>
      </dgm:prSet>
      <dgm:spPr/>
    </dgm:pt>
    <dgm:pt modelId="{6D86E0B9-BD8F-4BE2-86CA-E8FDE475FCC3}" type="pres">
      <dgm:prSet presAssocID="{B4C08420-F35A-49BE-A1AD-D6F4EA36258C}" presName="sibTrans" presStyleCnt="0"/>
      <dgm:spPr/>
    </dgm:pt>
    <dgm:pt modelId="{0FE9465D-C37C-4391-A770-9AC0EED95BBA}" type="pres">
      <dgm:prSet presAssocID="{C418AA62-09D3-41ED-8EEA-20AC98279ABC}" presName="compNode" presStyleCnt="0"/>
      <dgm:spPr/>
    </dgm:pt>
    <dgm:pt modelId="{E9929D7D-6143-4ED6-B354-4B87DA4BD35D}" type="pres">
      <dgm:prSet presAssocID="{C418AA62-09D3-41ED-8EEA-20AC98279ABC}" presName="bgRect" presStyleLbl="bgShp" presStyleIdx="2" presStyleCnt="4"/>
      <dgm:spPr/>
    </dgm:pt>
    <dgm:pt modelId="{D06A4F8D-3E07-4568-8D5B-610033E7072C}" type="pres">
      <dgm:prSet presAssocID="{C418AA62-09D3-41ED-8EEA-20AC98279AB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7513D341-C36C-42B2-8961-C20F6682CFEE}" type="pres">
      <dgm:prSet presAssocID="{C418AA62-09D3-41ED-8EEA-20AC98279ABC}" presName="spaceRect" presStyleCnt="0"/>
      <dgm:spPr/>
    </dgm:pt>
    <dgm:pt modelId="{1A6DBF3C-7191-467F-9E67-EB45B149A1DC}" type="pres">
      <dgm:prSet presAssocID="{C418AA62-09D3-41ED-8EEA-20AC98279ABC}" presName="parTx" presStyleLbl="revTx" presStyleIdx="2" presStyleCnt="4">
        <dgm:presLayoutVars>
          <dgm:chMax val="0"/>
          <dgm:chPref val="0"/>
        </dgm:presLayoutVars>
      </dgm:prSet>
      <dgm:spPr/>
    </dgm:pt>
    <dgm:pt modelId="{B160C04F-DF75-4F48-B0EF-03788C2B889A}" type="pres">
      <dgm:prSet presAssocID="{B6FBFD4E-BCBB-478A-8221-727765345A23}" presName="sibTrans" presStyleCnt="0"/>
      <dgm:spPr/>
    </dgm:pt>
    <dgm:pt modelId="{47CBF833-57C4-4DC7-9B5A-51B81181AE18}" type="pres">
      <dgm:prSet presAssocID="{F82FFA28-FD43-4041-87DB-1C5870A6C203}" presName="compNode" presStyleCnt="0"/>
      <dgm:spPr/>
    </dgm:pt>
    <dgm:pt modelId="{E5C33302-A93E-42F6-AAEB-6E8524B0FB94}" type="pres">
      <dgm:prSet presAssocID="{F82FFA28-FD43-4041-87DB-1C5870A6C203}" presName="bgRect" presStyleLbl="bgShp" presStyleIdx="3" presStyleCnt="4"/>
      <dgm:spPr/>
    </dgm:pt>
    <dgm:pt modelId="{A24500B7-18CA-464D-83FF-E16DBADFD3DD}" type="pres">
      <dgm:prSet presAssocID="{F82FFA28-FD43-4041-87DB-1C5870A6C20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0B4B4AFD-6434-45BE-8F18-FB426DDE995E}" type="pres">
      <dgm:prSet presAssocID="{F82FFA28-FD43-4041-87DB-1C5870A6C203}" presName="spaceRect" presStyleCnt="0"/>
      <dgm:spPr/>
    </dgm:pt>
    <dgm:pt modelId="{1F4B9683-9EF2-407F-B8A9-E0C9C1E476D9}" type="pres">
      <dgm:prSet presAssocID="{F82FFA28-FD43-4041-87DB-1C5870A6C20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D5F6001-536E-457B-A90C-D034ADE3FB47}" type="presOf" srcId="{FD4370E9-CCAB-4AC9-9D5F-C31BCD516A3C}" destId="{8AB0A785-3916-402E-A4AA-B3822DD1485F}" srcOrd="0" destOrd="0" presId="urn:microsoft.com/office/officeart/2018/2/layout/IconVerticalSolidList"/>
    <dgm:cxn modelId="{63E38725-C537-4B94-8B09-3558B5AD6239}" type="presOf" srcId="{F82FFA28-FD43-4041-87DB-1C5870A6C203}" destId="{1F4B9683-9EF2-407F-B8A9-E0C9C1E476D9}" srcOrd="0" destOrd="0" presId="urn:microsoft.com/office/officeart/2018/2/layout/IconVerticalSolidList"/>
    <dgm:cxn modelId="{706F4E2D-51C1-484D-A107-8EB9FE3F1D22}" type="presOf" srcId="{C418AA62-09D3-41ED-8EEA-20AC98279ABC}" destId="{1A6DBF3C-7191-467F-9E67-EB45B149A1DC}" srcOrd="0" destOrd="0" presId="urn:microsoft.com/office/officeart/2018/2/layout/IconVerticalSolidList"/>
    <dgm:cxn modelId="{ECCE403E-D8E7-439F-B004-7E12365C35D7}" srcId="{88647B51-57D5-40D3-B35D-149475D88703}" destId="{8C9A6398-9AC3-4CF8-96F7-2A1D79E05653}" srcOrd="1" destOrd="0" parTransId="{F1EF635F-050B-4451-8E8B-382782E62897}" sibTransId="{B4C08420-F35A-49BE-A1AD-D6F4EA36258C}"/>
    <dgm:cxn modelId="{7BAFA051-5C94-402D-B42A-233BB27FD02B}" type="presOf" srcId="{8C9A6398-9AC3-4CF8-96F7-2A1D79E05653}" destId="{A45F898B-7CBA-4C87-9117-E4C01B11C540}" srcOrd="0" destOrd="0" presId="urn:microsoft.com/office/officeart/2018/2/layout/IconVerticalSolidList"/>
    <dgm:cxn modelId="{162D6E7F-0BFF-442A-BC1C-357B30464170}" srcId="{88647B51-57D5-40D3-B35D-149475D88703}" destId="{C418AA62-09D3-41ED-8EEA-20AC98279ABC}" srcOrd="2" destOrd="0" parTransId="{F41ECAE9-A24F-4AAA-BE13-D8F9088C0290}" sibTransId="{B6FBFD4E-BCBB-478A-8221-727765345A23}"/>
    <dgm:cxn modelId="{CDDC3592-2229-4D19-8BCD-FE25831B2C56}" srcId="{88647B51-57D5-40D3-B35D-149475D88703}" destId="{FD4370E9-CCAB-4AC9-9D5F-C31BCD516A3C}" srcOrd="0" destOrd="0" parTransId="{B12C97C8-456B-4D1D-B9FC-E187E81648BD}" sibTransId="{E21A7C77-9A1E-4E27-ADA6-DD28D465AFDA}"/>
    <dgm:cxn modelId="{B22F2CE1-8A8D-4504-9C92-D2A042E2E122}" srcId="{88647B51-57D5-40D3-B35D-149475D88703}" destId="{F82FFA28-FD43-4041-87DB-1C5870A6C203}" srcOrd="3" destOrd="0" parTransId="{A82AE60A-3DD8-4678-B733-73573B65991D}" sibTransId="{49B161B9-658F-44D3-8BD6-C135582E2205}"/>
    <dgm:cxn modelId="{7CAEA5ED-C523-46C8-83E5-A6E03EA9C82C}" type="presOf" srcId="{88647B51-57D5-40D3-B35D-149475D88703}" destId="{13EA8276-602F-4622-A36D-E6FC7DCE97A5}" srcOrd="0" destOrd="0" presId="urn:microsoft.com/office/officeart/2018/2/layout/IconVerticalSolidList"/>
    <dgm:cxn modelId="{FAD30ED7-3AAD-45CD-935F-9706A18B2BBD}" type="presParOf" srcId="{13EA8276-602F-4622-A36D-E6FC7DCE97A5}" destId="{926402BF-F2C8-45FC-A7F7-4B4428F37664}" srcOrd="0" destOrd="0" presId="urn:microsoft.com/office/officeart/2018/2/layout/IconVerticalSolidList"/>
    <dgm:cxn modelId="{97380381-94D1-4B2B-918F-13F370512539}" type="presParOf" srcId="{926402BF-F2C8-45FC-A7F7-4B4428F37664}" destId="{4C78DAF3-15E7-4ECC-884E-B8C1B83A2889}" srcOrd="0" destOrd="0" presId="urn:microsoft.com/office/officeart/2018/2/layout/IconVerticalSolidList"/>
    <dgm:cxn modelId="{F70811CD-5659-4DFB-A2C2-7E6A624C2D7A}" type="presParOf" srcId="{926402BF-F2C8-45FC-A7F7-4B4428F37664}" destId="{6A6FEA8C-4EE7-4F3D-ACE3-E60865C8F85E}" srcOrd="1" destOrd="0" presId="urn:microsoft.com/office/officeart/2018/2/layout/IconVerticalSolidList"/>
    <dgm:cxn modelId="{D834D337-8A61-4C1B-BA99-41B14CEF272F}" type="presParOf" srcId="{926402BF-F2C8-45FC-A7F7-4B4428F37664}" destId="{32757C78-CED8-46CE-BBE9-19D7FCDAB492}" srcOrd="2" destOrd="0" presId="urn:microsoft.com/office/officeart/2018/2/layout/IconVerticalSolidList"/>
    <dgm:cxn modelId="{56B3A62A-8A07-4D85-A910-0BC62965FCED}" type="presParOf" srcId="{926402BF-F2C8-45FC-A7F7-4B4428F37664}" destId="{8AB0A785-3916-402E-A4AA-B3822DD1485F}" srcOrd="3" destOrd="0" presId="urn:microsoft.com/office/officeart/2018/2/layout/IconVerticalSolidList"/>
    <dgm:cxn modelId="{357C493B-DCFA-47C6-9C56-BD39CE5B11B6}" type="presParOf" srcId="{13EA8276-602F-4622-A36D-E6FC7DCE97A5}" destId="{6AB1D59C-A452-4184-BA5A-77D7A7A716A9}" srcOrd="1" destOrd="0" presId="urn:microsoft.com/office/officeart/2018/2/layout/IconVerticalSolidList"/>
    <dgm:cxn modelId="{31459DD2-85F2-4125-B284-70E9D3CEDDE0}" type="presParOf" srcId="{13EA8276-602F-4622-A36D-E6FC7DCE97A5}" destId="{BB15C4F2-EAB6-48BB-BAC7-ADBF286B61DE}" srcOrd="2" destOrd="0" presId="urn:microsoft.com/office/officeart/2018/2/layout/IconVerticalSolidList"/>
    <dgm:cxn modelId="{1137F33B-37D5-4482-877D-6F060AE875F6}" type="presParOf" srcId="{BB15C4F2-EAB6-48BB-BAC7-ADBF286B61DE}" destId="{06F08231-978C-4298-AD24-B296ACE37393}" srcOrd="0" destOrd="0" presId="urn:microsoft.com/office/officeart/2018/2/layout/IconVerticalSolidList"/>
    <dgm:cxn modelId="{A1CA0669-7B34-4EB2-86BF-21AF2BAF140B}" type="presParOf" srcId="{BB15C4F2-EAB6-48BB-BAC7-ADBF286B61DE}" destId="{D0D329F7-87CD-4B8F-A512-8631CB670EDE}" srcOrd="1" destOrd="0" presId="urn:microsoft.com/office/officeart/2018/2/layout/IconVerticalSolidList"/>
    <dgm:cxn modelId="{8E66B4D8-142F-4ACD-BC3A-0154502AF2AE}" type="presParOf" srcId="{BB15C4F2-EAB6-48BB-BAC7-ADBF286B61DE}" destId="{07C3F217-5DE9-4D9C-B46D-12C4AE2DCA29}" srcOrd="2" destOrd="0" presId="urn:microsoft.com/office/officeart/2018/2/layout/IconVerticalSolidList"/>
    <dgm:cxn modelId="{077A592E-4A96-495C-B376-32DA5570A586}" type="presParOf" srcId="{BB15C4F2-EAB6-48BB-BAC7-ADBF286B61DE}" destId="{A45F898B-7CBA-4C87-9117-E4C01B11C540}" srcOrd="3" destOrd="0" presId="urn:microsoft.com/office/officeart/2018/2/layout/IconVerticalSolidList"/>
    <dgm:cxn modelId="{71B2864D-2FD7-47DD-96BC-4E9DA230276C}" type="presParOf" srcId="{13EA8276-602F-4622-A36D-E6FC7DCE97A5}" destId="{6D86E0B9-BD8F-4BE2-86CA-E8FDE475FCC3}" srcOrd="3" destOrd="0" presId="urn:microsoft.com/office/officeart/2018/2/layout/IconVerticalSolidList"/>
    <dgm:cxn modelId="{D55CECD9-A40D-4BA0-9373-08404FDC06A7}" type="presParOf" srcId="{13EA8276-602F-4622-A36D-E6FC7DCE97A5}" destId="{0FE9465D-C37C-4391-A770-9AC0EED95BBA}" srcOrd="4" destOrd="0" presId="urn:microsoft.com/office/officeart/2018/2/layout/IconVerticalSolidList"/>
    <dgm:cxn modelId="{DF8690E0-A5CE-48CB-BAF9-8EA533B9DEAE}" type="presParOf" srcId="{0FE9465D-C37C-4391-A770-9AC0EED95BBA}" destId="{E9929D7D-6143-4ED6-B354-4B87DA4BD35D}" srcOrd="0" destOrd="0" presId="urn:microsoft.com/office/officeart/2018/2/layout/IconVerticalSolidList"/>
    <dgm:cxn modelId="{91DF75FA-5735-421F-8463-30C768744C5D}" type="presParOf" srcId="{0FE9465D-C37C-4391-A770-9AC0EED95BBA}" destId="{D06A4F8D-3E07-4568-8D5B-610033E7072C}" srcOrd="1" destOrd="0" presId="urn:microsoft.com/office/officeart/2018/2/layout/IconVerticalSolidList"/>
    <dgm:cxn modelId="{9F0F4BA5-132B-4B96-A4C1-6926106C2061}" type="presParOf" srcId="{0FE9465D-C37C-4391-A770-9AC0EED95BBA}" destId="{7513D341-C36C-42B2-8961-C20F6682CFEE}" srcOrd="2" destOrd="0" presId="urn:microsoft.com/office/officeart/2018/2/layout/IconVerticalSolidList"/>
    <dgm:cxn modelId="{D4852132-F96B-4DA9-BD64-8D485543999F}" type="presParOf" srcId="{0FE9465D-C37C-4391-A770-9AC0EED95BBA}" destId="{1A6DBF3C-7191-467F-9E67-EB45B149A1DC}" srcOrd="3" destOrd="0" presId="urn:microsoft.com/office/officeart/2018/2/layout/IconVerticalSolidList"/>
    <dgm:cxn modelId="{7A990EA0-3B7B-4B3C-9CF4-CAB63DEFC736}" type="presParOf" srcId="{13EA8276-602F-4622-A36D-E6FC7DCE97A5}" destId="{B160C04F-DF75-4F48-B0EF-03788C2B889A}" srcOrd="5" destOrd="0" presId="urn:microsoft.com/office/officeart/2018/2/layout/IconVerticalSolidList"/>
    <dgm:cxn modelId="{20B1E854-D52A-439F-8DDD-2A1CEAC01188}" type="presParOf" srcId="{13EA8276-602F-4622-A36D-E6FC7DCE97A5}" destId="{47CBF833-57C4-4DC7-9B5A-51B81181AE18}" srcOrd="6" destOrd="0" presId="urn:microsoft.com/office/officeart/2018/2/layout/IconVerticalSolidList"/>
    <dgm:cxn modelId="{C6BBC886-B033-47E0-B6B6-1AF5FE4474EA}" type="presParOf" srcId="{47CBF833-57C4-4DC7-9B5A-51B81181AE18}" destId="{E5C33302-A93E-42F6-AAEB-6E8524B0FB94}" srcOrd="0" destOrd="0" presId="urn:microsoft.com/office/officeart/2018/2/layout/IconVerticalSolidList"/>
    <dgm:cxn modelId="{5F1821EC-06EE-4AE9-818D-03D8AB64AC3E}" type="presParOf" srcId="{47CBF833-57C4-4DC7-9B5A-51B81181AE18}" destId="{A24500B7-18CA-464D-83FF-E16DBADFD3DD}" srcOrd="1" destOrd="0" presId="urn:microsoft.com/office/officeart/2018/2/layout/IconVerticalSolidList"/>
    <dgm:cxn modelId="{98ADF46E-069B-4C49-84AF-F794A237CD20}" type="presParOf" srcId="{47CBF833-57C4-4DC7-9B5A-51B81181AE18}" destId="{0B4B4AFD-6434-45BE-8F18-FB426DDE995E}" srcOrd="2" destOrd="0" presId="urn:microsoft.com/office/officeart/2018/2/layout/IconVerticalSolidList"/>
    <dgm:cxn modelId="{A89AAD83-7EB8-405B-A5C7-8B9EE6FEF4B4}" type="presParOf" srcId="{47CBF833-57C4-4DC7-9B5A-51B81181AE18}" destId="{1F4B9683-9EF2-407F-B8A9-E0C9C1E476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8F9D7BC-6CEC-4352-8575-09896758F6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2209F9E-E3B5-4E25-BB38-238EE0387EC6}">
      <dgm:prSet/>
      <dgm:spPr/>
      <dgm:t>
        <a:bodyPr/>
        <a:lstStyle/>
        <a:p>
          <a:r>
            <a:rPr lang="en-US"/>
            <a:t>-Successful segmentation and forecasting.</a:t>
          </a:r>
        </a:p>
      </dgm:t>
    </dgm:pt>
    <dgm:pt modelId="{51441384-9864-46D6-BF45-71631E0C9B72}" type="parTrans" cxnId="{15C9A7F4-8F4B-4925-B3A6-A7DA52827FAB}">
      <dgm:prSet/>
      <dgm:spPr/>
      <dgm:t>
        <a:bodyPr/>
        <a:lstStyle/>
        <a:p>
          <a:endParaRPr lang="en-US"/>
        </a:p>
      </dgm:t>
    </dgm:pt>
    <dgm:pt modelId="{75A8961B-691A-44CC-AB57-5CC6A2A0719A}" type="sibTrans" cxnId="{15C9A7F4-8F4B-4925-B3A6-A7DA52827FAB}">
      <dgm:prSet/>
      <dgm:spPr/>
      <dgm:t>
        <a:bodyPr/>
        <a:lstStyle/>
        <a:p>
          <a:endParaRPr lang="en-US"/>
        </a:p>
      </dgm:t>
    </dgm:pt>
    <dgm:pt modelId="{B62B3C44-F221-45D4-839F-72B8CFFDBBC7}">
      <dgm:prSet/>
      <dgm:spPr/>
      <dgm:t>
        <a:bodyPr/>
        <a:lstStyle/>
        <a:p>
          <a:r>
            <a:rPr lang="en-US"/>
            <a:t>-Immediate action: Loyalty programs, win-back campaigns.</a:t>
          </a:r>
        </a:p>
      </dgm:t>
    </dgm:pt>
    <dgm:pt modelId="{A82E1EB1-0DAE-47A2-8C89-996BA4303D82}" type="parTrans" cxnId="{8EDA61E4-8680-470E-A028-EED601C80913}">
      <dgm:prSet/>
      <dgm:spPr/>
      <dgm:t>
        <a:bodyPr/>
        <a:lstStyle/>
        <a:p>
          <a:endParaRPr lang="en-US"/>
        </a:p>
      </dgm:t>
    </dgm:pt>
    <dgm:pt modelId="{256C7F55-FB19-40DB-B961-ABEA86870487}" type="sibTrans" cxnId="{8EDA61E4-8680-470E-A028-EED601C80913}">
      <dgm:prSet/>
      <dgm:spPr/>
      <dgm:t>
        <a:bodyPr/>
        <a:lstStyle/>
        <a:p>
          <a:endParaRPr lang="en-US"/>
        </a:p>
      </dgm:t>
    </dgm:pt>
    <dgm:pt modelId="{D05A9F0C-EB8D-4480-B7E2-49EE06BFE718}">
      <dgm:prSet/>
      <dgm:spPr/>
      <dgm:t>
        <a:bodyPr/>
        <a:lstStyle/>
        <a:p>
          <a:r>
            <a:rPr lang="en-US"/>
            <a:t>-Medium-term: Refine product &amp; promotion strategies.</a:t>
          </a:r>
        </a:p>
      </dgm:t>
    </dgm:pt>
    <dgm:pt modelId="{229B8F1B-6C7D-4609-B2E8-F221D5E5C468}" type="parTrans" cxnId="{03CD0BFF-F41B-4162-8AF2-4AB820EC6C0F}">
      <dgm:prSet/>
      <dgm:spPr/>
      <dgm:t>
        <a:bodyPr/>
        <a:lstStyle/>
        <a:p>
          <a:endParaRPr lang="en-US"/>
        </a:p>
      </dgm:t>
    </dgm:pt>
    <dgm:pt modelId="{3158BCA5-4B20-4D34-BCE8-1166D2F0AF89}" type="sibTrans" cxnId="{03CD0BFF-F41B-4162-8AF2-4AB820EC6C0F}">
      <dgm:prSet/>
      <dgm:spPr/>
      <dgm:t>
        <a:bodyPr/>
        <a:lstStyle/>
        <a:p>
          <a:endParaRPr lang="en-US"/>
        </a:p>
      </dgm:t>
    </dgm:pt>
    <dgm:pt modelId="{F765C292-86FB-40D0-88EC-C3FAC8EB2404}">
      <dgm:prSet/>
      <dgm:spPr/>
      <dgm:t>
        <a:bodyPr/>
        <a:lstStyle/>
        <a:p>
          <a:r>
            <a:rPr lang="en-US"/>
            <a:t>-Long-term: Automate analytics, integrate into CRM, run A/B tests.</a:t>
          </a:r>
        </a:p>
      </dgm:t>
    </dgm:pt>
    <dgm:pt modelId="{DB9C37BF-BA9E-4E2D-A980-C74E8BB5283E}" type="parTrans" cxnId="{BC81E27C-D4E1-47FA-9E4C-0D2DF2D5B7B1}">
      <dgm:prSet/>
      <dgm:spPr/>
      <dgm:t>
        <a:bodyPr/>
        <a:lstStyle/>
        <a:p>
          <a:endParaRPr lang="en-US"/>
        </a:p>
      </dgm:t>
    </dgm:pt>
    <dgm:pt modelId="{225EA857-2698-417C-AD8E-C8AF7F718F99}" type="sibTrans" cxnId="{BC81E27C-D4E1-47FA-9E4C-0D2DF2D5B7B1}">
      <dgm:prSet/>
      <dgm:spPr/>
      <dgm:t>
        <a:bodyPr/>
        <a:lstStyle/>
        <a:p>
          <a:endParaRPr lang="en-US"/>
        </a:p>
      </dgm:t>
    </dgm:pt>
    <dgm:pt modelId="{1CE6BDF7-EF22-490C-8670-E8DC75F17754}">
      <dgm:prSet/>
      <dgm:spPr/>
      <dgm:t>
        <a:bodyPr/>
        <a:lstStyle/>
        <a:p>
          <a:r>
            <a:rPr lang="en-US"/>
            <a:t>-Focus on continuous data-driven strategy.</a:t>
          </a:r>
        </a:p>
      </dgm:t>
    </dgm:pt>
    <dgm:pt modelId="{45939F51-69C8-4CEE-8AB5-B2FB1D7449C1}" type="parTrans" cxnId="{29EE4DE4-C40A-427A-8AD4-29D298D9C485}">
      <dgm:prSet/>
      <dgm:spPr/>
      <dgm:t>
        <a:bodyPr/>
        <a:lstStyle/>
        <a:p>
          <a:endParaRPr lang="en-US"/>
        </a:p>
      </dgm:t>
    </dgm:pt>
    <dgm:pt modelId="{21675E29-2E5C-422F-9146-799A337FCCB1}" type="sibTrans" cxnId="{29EE4DE4-C40A-427A-8AD4-29D298D9C485}">
      <dgm:prSet/>
      <dgm:spPr/>
      <dgm:t>
        <a:bodyPr/>
        <a:lstStyle/>
        <a:p>
          <a:endParaRPr lang="en-US"/>
        </a:p>
      </dgm:t>
    </dgm:pt>
    <dgm:pt modelId="{7CA7EFFA-7E3A-4A79-9F2A-B61B689D2FF8}" type="pres">
      <dgm:prSet presAssocID="{D8F9D7BC-6CEC-4352-8575-09896758F683}" presName="root" presStyleCnt="0">
        <dgm:presLayoutVars>
          <dgm:dir/>
          <dgm:resizeHandles val="exact"/>
        </dgm:presLayoutVars>
      </dgm:prSet>
      <dgm:spPr/>
    </dgm:pt>
    <dgm:pt modelId="{E7C1EF43-05DB-4B87-8688-23A9068B03E8}" type="pres">
      <dgm:prSet presAssocID="{B2209F9E-E3B5-4E25-BB38-238EE0387EC6}" presName="compNode" presStyleCnt="0"/>
      <dgm:spPr/>
    </dgm:pt>
    <dgm:pt modelId="{F24E15CD-0DD2-415E-9F41-6C57D061AAB6}" type="pres">
      <dgm:prSet presAssocID="{B2209F9E-E3B5-4E25-BB38-238EE0387EC6}" presName="bgRect" presStyleLbl="bgShp" presStyleIdx="0" presStyleCnt="5"/>
      <dgm:spPr/>
    </dgm:pt>
    <dgm:pt modelId="{5E5B4232-4DB2-420D-A348-DCD98D289F07}" type="pres">
      <dgm:prSet presAssocID="{B2209F9E-E3B5-4E25-BB38-238EE0387EC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BAEB7024-9AAC-43C2-9871-FCA5B3A4384C}" type="pres">
      <dgm:prSet presAssocID="{B2209F9E-E3B5-4E25-BB38-238EE0387EC6}" presName="spaceRect" presStyleCnt="0"/>
      <dgm:spPr/>
    </dgm:pt>
    <dgm:pt modelId="{91F6FE2D-AA15-42FE-A1FD-BF7D60EEB266}" type="pres">
      <dgm:prSet presAssocID="{B2209F9E-E3B5-4E25-BB38-238EE0387EC6}" presName="parTx" presStyleLbl="revTx" presStyleIdx="0" presStyleCnt="5">
        <dgm:presLayoutVars>
          <dgm:chMax val="0"/>
          <dgm:chPref val="0"/>
        </dgm:presLayoutVars>
      </dgm:prSet>
      <dgm:spPr/>
    </dgm:pt>
    <dgm:pt modelId="{803BB7A5-56B1-4790-B554-94B005226385}" type="pres">
      <dgm:prSet presAssocID="{75A8961B-691A-44CC-AB57-5CC6A2A0719A}" presName="sibTrans" presStyleCnt="0"/>
      <dgm:spPr/>
    </dgm:pt>
    <dgm:pt modelId="{8BE8FCDD-D5F3-4933-8CAE-9EC9E1AE2DAD}" type="pres">
      <dgm:prSet presAssocID="{B62B3C44-F221-45D4-839F-72B8CFFDBBC7}" presName="compNode" presStyleCnt="0"/>
      <dgm:spPr/>
    </dgm:pt>
    <dgm:pt modelId="{ED4911EB-2A6B-46FF-94D1-DCE24D1F69D6}" type="pres">
      <dgm:prSet presAssocID="{B62B3C44-F221-45D4-839F-72B8CFFDBBC7}" presName="bgRect" presStyleLbl="bgShp" presStyleIdx="1" presStyleCnt="5"/>
      <dgm:spPr/>
    </dgm:pt>
    <dgm:pt modelId="{4CA4C773-A681-4042-99EC-5358AE00B634}" type="pres">
      <dgm:prSet presAssocID="{B62B3C44-F221-45D4-839F-72B8CFFDBBC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6FA9C242-B596-4D22-AFAD-92315BB6526A}" type="pres">
      <dgm:prSet presAssocID="{B62B3C44-F221-45D4-839F-72B8CFFDBBC7}" presName="spaceRect" presStyleCnt="0"/>
      <dgm:spPr/>
    </dgm:pt>
    <dgm:pt modelId="{027E8A10-41AB-4CD6-AEA7-20271559DA2F}" type="pres">
      <dgm:prSet presAssocID="{B62B3C44-F221-45D4-839F-72B8CFFDBBC7}" presName="parTx" presStyleLbl="revTx" presStyleIdx="1" presStyleCnt="5">
        <dgm:presLayoutVars>
          <dgm:chMax val="0"/>
          <dgm:chPref val="0"/>
        </dgm:presLayoutVars>
      </dgm:prSet>
      <dgm:spPr/>
    </dgm:pt>
    <dgm:pt modelId="{68C48A5D-4501-4FAB-A901-0917FAD73089}" type="pres">
      <dgm:prSet presAssocID="{256C7F55-FB19-40DB-B961-ABEA86870487}" presName="sibTrans" presStyleCnt="0"/>
      <dgm:spPr/>
    </dgm:pt>
    <dgm:pt modelId="{CD7F6AF7-1015-4114-8591-36BA39B79766}" type="pres">
      <dgm:prSet presAssocID="{D05A9F0C-EB8D-4480-B7E2-49EE06BFE718}" presName="compNode" presStyleCnt="0"/>
      <dgm:spPr/>
    </dgm:pt>
    <dgm:pt modelId="{6E2F0F29-03CC-4769-BA46-CC48D3A56AAA}" type="pres">
      <dgm:prSet presAssocID="{D05A9F0C-EB8D-4480-B7E2-49EE06BFE718}" presName="bgRect" presStyleLbl="bgShp" presStyleIdx="2" presStyleCnt="5"/>
      <dgm:spPr/>
    </dgm:pt>
    <dgm:pt modelId="{9EF31AFC-BB5C-4BD6-81C9-7C63DC989C13}" type="pres">
      <dgm:prSet presAssocID="{D05A9F0C-EB8D-4480-B7E2-49EE06BFE71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m strip"/>
        </a:ext>
      </dgm:extLst>
    </dgm:pt>
    <dgm:pt modelId="{19636C5F-7640-487F-967D-250EEDCAD3A9}" type="pres">
      <dgm:prSet presAssocID="{D05A9F0C-EB8D-4480-B7E2-49EE06BFE718}" presName="spaceRect" presStyleCnt="0"/>
      <dgm:spPr/>
    </dgm:pt>
    <dgm:pt modelId="{6BAA5803-09BA-41B1-827B-E0F88D5E1180}" type="pres">
      <dgm:prSet presAssocID="{D05A9F0C-EB8D-4480-B7E2-49EE06BFE718}" presName="parTx" presStyleLbl="revTx" presStyleIdx="2" presStyleCnt="5">
        <dgm:presLayoutVars>
          <dgm:chMax val="0"/>
          <dgm:chPref val="0"/>
        </dgm:presLayoutVars>
      </dgm:prSet>
      <dgm:spPr/>
    </dgm:pt>
    <dgm:pt modelId="{A5CC9D90-9974-4FD1-9037-5707692E4E42}" type="pres">
      <dgm:prSet presAssocID="{3158BCA5-4B20-4D34-BCE8-1166D2F0AF89}" presName="sibTrans" presStyleCnt="0"/>
      <dgm:spPr/>
    </dgm:pt>
    <dgm:pt modelId="{E9C0C8C9-BFE4-4F91-90A2-F66EC3BDB5B3}" type="pres">
      <dgm:prSet presAssocID="{F765C292-86FB-40D0-88EC-C3FAC8EB2404}" presName="compNode" presStyleCnt="0"/>
      <dgm:spPr/>
    </dgm:pt>
    <dgm:pt modelId="{4AE92EA9-6DDC-48CA-87DA-D9F301BC097B}" type="pres">
      <dgm:prSet presAssocID="{F765C292-86FB-40D0-88EC-C3FAC8EB2404}" presName="bgRect" presStyleLbl="bgShp" presStyleIdx="3" presStyleCnt="5"/>
      <dgm:spPr/>
    </dgm:pt>
    <dgm:pt modelId="{AA49A2F8-A0DB-4DF5-A8EF-B56CF4CCA070}" type="pres">
      <dgm:prSet presAssocID="{F765C292-86FB-40D0-88EC-C3FAC8EB240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E27CEAE-AC40-4312-B2E0-578B64984698}" type="pres">
      <dgm:prSet presAssocID="{F765C292-86FB-40D0-88EC-C3FAC8EB2404}" presName="spaceRect" presStyleCnt="0"/>
      <dgm:spPr/>
    </dgm:pt>
    <dgm:pt modelId="{2F5CE530-2617-4E28-9688-87E5A0A838A3}" type="pres">
      <dgm:prSet presAssocID="{F765C292-86FB-40D0-88EC-C3FAC8EB2404}" presName="parTx" presStyleLbl="revTx" presStyleIdx="3" presStyleCnt="5">
        <dgm:presLayoutVars>
          <dgm:chMax val="0"/>
          <dgm:chPref val="0"/>
        </dgm:presLayoutVars>
      </dgm:prSet>
      <dgm:spPr/>
    </dgm:pt>
    <dgm:pt modelId="{5EA1A305-E301-440A-AC9F-5BA1CA541C05}" type="pres">
      <dgm:prSet presAssocID="{225EA857-2698-417C-AD8E-C8AF7F718F99}" presName="sibTrans" presStyleCnt="0"/>
      <dgm:spPr/>
    </dgm:pt>
    <dgm:pt modelId="{C069A517-7CF2-47F3-9FE8-844E3ADF8E47}" type="pres">
      <dgm:prSet presAssocID="{1CE6BDF7-EF22-490C-8670-E8DC75F17754}" presName="compNode" presStyleCnt="0"/>
      <dgm:spPr/>
    </dgm:pt>
    <dgm:pt modelId="{44DFD23E-7311-4751-B8F2-99A78DB8DB49}" type="pres">
      <dgm:prSet presAssocID="{1CE6BDF7-EF22-490C-8670-E8DC75F17754}" presName="bgRect" presStyleLbl="bgShp" presStyleIdx="4" presStyleCnt="5"/>
      <dgm:spPr/>
    </dgm:pt>
    <dgm:pt modelId="{5428B315-AA8D-4070-9E7F-696BE35291DB}" type="pres">
      <dgm:prSet presAssocID="{1CE6BDF7-EF22-490C-8670-E8DC75F1775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F198D46-5EFA-4A0D-8381-7AEF5193509A}" type="pres">
      <dgm:prSet presAssocID="{1CE6BDF7-EF22-490C-8670-E8DC75F17754}" presName="spaceRect" presStyleCnt="0"/>
      <dgm:spPr/>
    </dgm:pt>
    <dgm:pt modelId="{1AD1182F-CAD7-4A47-B900-2E2A106145D5}" type="pres">
      <dgm:prSet presAssocID="{1CE6BDF7-EF22-490C-8670-E8DC75F1775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1244353-FF28-4404-9E8C-92C1214499F2}" type="presOf" srcId="{D05A9F0C-EB8D-4480-B7E2-49EE06BFE718}" destId="{6BAA5803-09BA-41B1-827B-E0F88D5E1180}" srcOrd="0" destOrd="0" presId="urn:microsoft.com/office/officeart/2018/2/layout/IconVerticalSolidList"/>
    <dgm:cxn modelId="{BC81E27C-D4E1-47FA-9E4C-0D2DF2D5B7B1}" srcId="{D8F9D7BC-6CEC-4352-8575-09896758F683}" destId="{F765C292-86FB-40D0-88EC-C3FAC8EB2404}" srcOrd="3" destOrd="0" parTransId="{DB9C37BF-BA9E-4E2D-A980-C74E8BB5283E}" sibTransId="{225EA857-2698-417C-AD8E-C8AF7F718F99}"/>
    <dgm:cxn modelId="{84BE707F-B375-4F86-92CB-2AEDA66E0C17}" type="presOf" srcId="{B62B3C44-F221-45D4-839F-72B8CFFDBBC7}" destId="{027E8A10-41AB-4CD6-AEA7-20271559DA2F}" srcOrd="0" destOrd="0" presId="urn:microsoft.com/office/officeart/2018/2/layout/IconVerticalSolidList"/>
    <dgm:cxn modelId="{6E654BA6-BD59-4E31-B1E2-B23BAEBCCBBF}" type="presOf" srcId="{B2209F9E-E3B5-4E25-BB38-238EE0387EC6}" destId="{91F6FE2D-AA15-42FE-A1FD-BF7D60EEB266}" srcOrd="0" destOrd="0" presId="urn:microsoft.com/office/officeart/2018/2/layout/IconVerticalSolidList"/>
    <dgm:cxn modelId="{B535FCD4-E126-428C-8BDC-FE6B0B20F242}" type="presOf" srcId="{F765C292-86FB-40D0-88EC-C3FAC8EB2404}" destId="{2F5CE530-2617-4E28-9688-87E5A0A838A3}" srcOrd="0" destOrd="0" presId="urn:microsoft.com/office/officeart/2018/2/layout/IconVerticalSolidList"/>
    <dgm:cxn modelId="{8EDA61E4-8680-470E-A028-EED601C80913}" srcId="{D8F9D7BC-6CEC-4352-8575-09896758F683}" destId="{B62B3C44-F221-45D4-839F-72B8CFFDBBC7}" srcOrd="1" destOrd="0" parTransId="{A82E1EB1-0DAE-47A2-8C89-996BA4303D82}" sibTransId="{256C7F55-FB19-40DB-B961-ABEA86870487}"/>
    <dgm:cxn modelId="{29EE4DE4-C40A-427A-8AD4-29D298D9C485}" srcId="{D8F9D7BC-6CEC-4352-8575-09896758F683}" destId="{1CE6BDF7-EF22-490C-8670-E8DC75F17754}" srcOrd="4" destOrd="0" parTransId="{45939F51-69C8-4CEE-8AB5-B2FB1D7449C1}" sibTransId="{21675E29-2E5C-422F-9146-799A337FCCB1}"/>
    <dgm:cxn modelId="{0E7D9DED-244B-4B78-BCF4-FD8A735700AF}" type="presOf" srcId="{1CE6BDF7-EF22-490C-8670-E8DC75F17754}" destId="{1AD1182F-CAD7-4A47-B900-2E2A106145D5}" srcOrd="0" destOrd="0" presId="urn:microsoft.com/office/officeart/2018/2/layout/IconVerticalSolidList"/>
    <dgm:cxn modelId="{C2BA6AF1-86BC-438B-925F-CA73E134C682}" type="presOf" srcId="{D8F9D7BC-6CEC-4352-8575-09896758F683}" destId="{7CA7EFFA-7E3A-4A79-9F2A-B61B689D2FF8}" srcOrd="0" destOrd="0" presId="urn:microsoft.com/office/officeart/2018/2/layout/IconVerticalSolidList"/>
    <dgm:cxn modelId="{15C9A7F4-8F4B-4925-B3A6-A7DA52827FAB}" srcId="{D8F9D7BC-6CEC-4352-8575-09896758F683}" destId="{B2209F9E-E3B5-4E25-BB38-238EE0387EC6}" srcOrd="0" destOrd="0" parTransId="{51441384-9864-46D6-BF45-71631E0C9B72}" sibTransId="{75A8961B-691A-44CC-AB57-5CC6A2A0719A}"/>
    <dgm:cxn modelId="{03CD0BFF-F41B-4162-8AF2-4AB820EC6C0F}" srcId="{D8F9D7BC-6CEC-4352-8575-09896758F683}" destId="{D05A9F0C-EB8D-4480-B7E2-49EE06BFE718}" srcOrd="2" destOrd="0" parTransId="{229B8F1B-6C7D-4609-B2E8-F221D5E5C468}" sibTransId="{3158BCA5-4B20-4D34-BCE8-1166D2F0AF89}"/>
    <dgm:cxn modelId="{01269330-AC5B-4963-A446-AF2BBDA65D51}" type="presParOf" srcId="{7CA7EFFA-7E3A-4A79-9F2A-B61B689D2FF8}" destId="{E7C1EF43-05DB-4B87-8688-23A9068B03E8}" srcOrd="0" destOrd="0" presId="urn:microsoft.com/office/officeart/2018/2/layout/IconVerticalSolidList"/>
    <dgm:cxn modelId="{8C65ACC1-F90D-42CE-9B9F-0717E172A336}" type="presParOf" srcId="{E7C1EF43-05DB-4B87-8688-23A9068B03E8}" destId="{F24E15CD-0DD2-415E-9F41-6C57D061AAB6}" srcOrd="0" destOrd="0" presId="urn:microsoft.com/office/officeart/2018/2/layout/IconVerticalSolidList"/>
    <dgm:cxn modelId="{BE8D0214-07AB-4ABC-82C4-812405444D4E}" type="presParOf" srcId="{E7C1EF43-05DB-4B87-8688-23A9068B03E8}" destId="{5E5B4232-4DB2-420D-A348-DCD98D289F07}" srcOrd="1" destOrd="0" presId="urn:microsoft.com/office/officeart/2018/2/layout/IconVerticalSolidList"/>
    <dgm:cxn modelId="{665DECC5-6EC6-4449-A4C0-998E9DF11237}" type="presParOf" srcId="{E7C1EF43-05DB-4B87-8688-23A9068B03E8}" destId="{BAEB7024-9AAC-43C2-9871-FCA5B3A4384C}" srcOrd="2" destOrd="0" presId="urn:microsoft.com/office/officeart/2018/2/layout/IconVerticalSolidList"/>
    <dgm:cxn modelId="{7CBE20B7-5777-4F05-ACAE-6FDA802DCA9F}" type="presParOf" srcId="{E7C1EF43-05DB-4B87-8688-23A9068B03E8}" destId="{91F6FE2D-AA15-42FE-A1FD-BF7D60EEB266}" srcOrd="3" destOrd="0" presId="urn:microsoft.com/office/officeart/2018/2/layout/IconVerticalSolidList"/>
    <dgm:cxn modelId="{AEF132AC-3290-47E2-8FC7-AC53BEC5FD6F}" type="presParOf" srcId="{7CA7EFFA-7E3A-4A79-9F2A-B61B689D2FF8}" destId="{803BB7A5-56B1-4790-B554-94B005226385}" srcOrd="1" destOrd="0" presId="urn:microsoft.com/office/officeart/2018/2/layout/IconVerticalSolidList"/>
    <dgm:cxn modelId="{61C49C2F-36EB-4A11-BCF9-B90B3B3495F3}" type="presParOf" srcId="{7CA7EFFA-7E3A-4A79-9F2A-B61B689D2FF8}" destId="{8BE8FCDD-D5F3-4933-8CAE-9EC9E1AE2DAD}" srcOrd="2" destOrd="0" presId="urn:microsoft.com/office/officeart/2018/2/layout/IconVerticalSolidList"/>
    <dgm:cxn modelId="{5AD8B5ED-4E8C-4B8F-8AE1-2C63F6F70B9C}" type="presParOf" srcId="{8BE8FCDD-D5F3-4933-8CAE-9EC9E1AE2DAD}" destId="{ED4911EB-2A6B-46FF-94D1-DCE24D1F69D6}" srcOrd="0" destOrd="0" presId="urn:microsoft.com/office/officeart/2018/2/layout/IconVerticalSolidList"/>
    <dgm:cxn modelId="{C676416E-F92C-4656-B5A2-4C036AFC4C0A}" type="presParOf" srcId="{8BE8FCDD-D5F3-4933-8CAE-9EC9E1AE2DAD}" destId="{4CA4C773-A681-4042-99EC-5358AE00B634}" srcOrd="1" destOrd="0" presId="urn:microsoft.com/office/officeart/2018/2/layout/IconVerticalSolidList"/>
    <dgm:cxn modelId="{1EF434E1-E179-4654-BD8F-D38C982675A8}" type="presParOf" srcId="{8BE8FCDD-D5F3-4933-8CAE-9EC9E1AE2DAD}" destId="{6FA9C242-B596-4D22-AFAD-92315BB6526A}" srcOrd="2" destOrd="0" presId="urn:microsoft.com/office/officeart/2018/2/layout/IconVerticalSolidList"/>
    <dgm:cxn modelId="{61CA757C-26C5-4C99-9353-572EE9832B3E}" type="presParOf" srcId="{8BE8FCDD-D5F3-4933-8CAE-9EC9E1AE2DAD}" destId="{027E8A10-41AB-4CD6-AEA7-20271559DA2F}" srcOrd="3" destOrd="0" presId="urn:microsoft.com/office/officeart/2018/2/layout/IconVerticalSolidList"/>
    <dgm:cxn modelId="{8F8D5DF5-BDC0-4B00-9A6A-569626DDC4E2}" type="presParOf" srcId="{7CA7EFFA-7E3A-4A79-9F2A-B61B689D2FF8}" destId="{68C48A5D-4501-4FAB-A901-0917FAD73089}" srcOrd="3" destOrd="0" presId="urn:microsoft.com/office/officeart/2018/2/layout/IconVerticalSolidList"/>
    <dgm:cxn modelId="{3DFE56FD-DB92-490D-8073-9F2638E9BEA7}" type="presParOf" srcId="{7CA7EFFA-7E3A-4A79-9F2A-B61B689D2FF8}" destId="{CD7F6AF7-1015-4114-8591-36BA39B79766}" srcOrd="4" destOrd="0" presId="urn:microsoft.com/office/officeart/2018/2/layout/IconVerticalSolidList"/>
    <dgm:cxn modelId="{64016F01-E07C-437A-BDB4-2A5C1184E045}" type="presParOf" srcId="{CD7F6AF7-1015-4114-8591-36BA39B79766}" destId="{6E2F0F29-03CC-4769-BA46-CC48D3A56AAA}" srcOrd="0" destOrd="0" presId="urn:microsoft.com/office/officeart/2018/2/layout/IconVerticalSolidList"/>
    <dgm:cxn modelId="{85AD9BF7-EBB3-4D6C-84F4-5DCEBCA08FB3}" type="presParOf" srcId="{CD7F6AF7-1015-4114-8591-36BA39B79766}" destId="{9EF31AFC-BB5C-4BD6-81C9-7C63DC989C13}" srcOrd="1" destOrd="0" presId="urn:microsoft.com/office/officeart/2018/2/layout/IconVerticalSolidList"/>
    <dgm:cxn modelId="{F4120581-264C-44C7-A906-C54F94726209}" type="presParOf" srcId="{CD7F6AF7-1015-4114-8591-36BA39B79766}" destId="{19636C5F-7640-487F-967D-250EEDCAD3A9}" srcOrd="2" destOrd="0" presId="urn:microsoft.com/office/officeart/2018/2/layout/IconVerticalSolidList"/>
    <dgm:cxn modelId="{6D78283B-4076-46B2-9D5F-E5BD1C462BEE}" type="presParOf" srcId="{CD7F6AF7-1015-4114-8591-36BA39B79766}" destId="{6BAA5803-09BA-41B1-827B-E0F88D5E1180}" srcOrd="3" destOrd="0" presId="urn:microsoft.com/office/officeart/2018/2/layout/IconVerticalSolidList"/>
    <dgm:cxn modelId="{D638BBC5-577B-4D1D-A062-811E527BF7BD}" type="presParOf" srcId="{7CA7EFFA-7E3A-4A79-9F2A-B61B689D2FF8}" destId="{A5CC9D90-9974-4FD1-9037-5707692E4E42}" srcOrd="5" destOrd="0" presId="urn:microsoft.com/office/officeart/2018/2/layout/IconVerticalSolidList"/>
    <dgm:cxn modelId="{56D744B0-849E-40E1-A638-72834B5B49ED}" type="presParOf" srcId="{7CA7EFFA-7E3A-4A79-9F2A-B61B689D2FF8}" destId="{E9C0C8C9-BFE4-4F91-90A2-F66EC3BDB5B3}" srcOrd="6" destOrd="0" presId="urn:microsoft.com/office/officeart/2018/2/layout/IconVerticalSolidList"/>
    <dgm:cxn modelId="{5826335E-828E-4028-9D2E-F18A003A0BF0}" type="presParOf" srcId="{E9C0C8C9-BFE4-4F91-90A2-F66EC3BDB5B3}" destId="{4AE92EA9-6DDC-48CA-87DA-D9F301BC097B}" srcOrd="0" destOrd="0" presId="urn:microsoft.com/office/officeart/2018/2/layout/IconVerticalSolidList"/>
    <dgm:cxn modelId="{EEC2FDB8-0B69-4D64-B7D0-AC5A465C28B8}" type="presParOf" srcId="{E9C0C8C9-BFE4-4F91-90A2-F66EC3BDB5B3}" destId="{AA49A2F8-A0DB-4DF5-A8EF-B56CF4CCA070}" srcOrd="1" destOrd="0" presId="urn:microsoft.com/office/officeart/2018/2/layout/IconVerticalSolidList"/>
    <dgm:cxn modelId="{4769732E-3A32-49F3-91BB-5549C1576D14}" type="presParOf" srcId="{E9C0C8C9-BFE4-4F91-90A2-F66EC3BDB5B3}" destId="{0E27CEAE-AC40-4312-B2E0-578B64984698}" srcOrd="2" destOrd="0" presId="urn:microsoft.com/office/officeart/2018/2/layout/IconVerticalSolidList"/>
    <dgm:cxn modelId="{3FAFBDCB-9BE0-4AE2-BF66-33BE7F77CE6F}" type="presParOf" srcId="{E9C0C8C9-BFE4-4F91-90A2-F66EC3BDB5B3}" destId="{2F5CE530-2617-4E28-9688-87E5A0A838A3}" srcOrd="3" destOrd="0" presId="urn:microsoft.com/office/officeart/2018/2/layout/IconVerticalSolidList"/>
    <dgm:cxn modelId="{C2F8CC59-DFFC-4599-AA74-6B7C3FA6E2D7}" type="presParOf" srcId="{7CA7EFFA-7E3A-4A79-9F2A-B61B689D2FF8}" destId="{5EA1A305-E301-440A-AC9F-5BA1CA541C05}" srcOrd="7" destOrd="0" presId="urn:microsoft.com/office/officeart/2018/2/layout/IconVerticalSolidList"/>
    <dgm:cxn modelId="{187DF27E-EF69-41D9-92E3-AD126E507BA0}" type="presParOf" srcId="{7CA7EFFA-7E3A-4A79-9F2A-B61B689D2FF8}" destId="{C069A517-7CF2-47F3-9FE8-844E3ADF8E47}" srcOrd="8" destOrd="0" presId="urn:microsoft.com/office/officeart/2018/2/layout/IconVerticalSolidList"/>
    <dgm:cxn modelId="{D625E744-B6A3-477F-9A2C-8C84F3CEBBEF}" type="presParOf" srcId="{C069A517-7CF2-47F3-9FE8-844E3ADF8E47}" destId="{44DFD23E-7311-4751-B8F2-99A78DB8DB49}" srcOrd="0" destOrd="0" presId="urn:microsoft.com/office/officeart/2018/2/layout/IconVerticalSolidList"/>
    <dgm:cxn modelId="{398331D6-8C8C-4B5F-BE32-B48206310185}" type="presParOf" srcId="{C069A517-7CF2-47F3-9FE8-844E3ADF8E47}" destId="{5428B315-AA8D-4070-9E7F-696BE35291DB}" srcOrd="1" destOrd="0" presId="urn:microsoft.com/office/officeart/2018/2/layout/IconVerticalSolidList"/>
    <dgm:cxn modelId="{FEA456F2-6827-4213-8808-A08BE1963856}" type="presParOf" srcId="{C069A517-7CF2-47F3-9FE8-844E3ADF8E47}" destId="{1F198D46-5EFA-4A0D-8381-7AEF5193509A}" srcOrd="2" destOrd="0" presId="urn:microsoft.com/office/officeart/2018/2/layout/IconVerticalSolidList"/>
    <dgm:cxn modelId="{F3C905E4-733B-4DAA-8195-38A50D9826D4}" type="presParOf" srcId="{C069A517-7CF2-47F3-9FE8-844E3ADF8E47}" destId="{1AD1182F-CAD7-4A47-B900-2E2A106145D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18340-39DD-4344-AD9E-41EDEF1E0E58}">
      <dsp:nvSpPr>
        <dsp:cNvPr id="0" name=""/>
        <dsp:cNvSpPr/>
      </dsp:nvSpPr>
      <dsp:spPr>
        <a:xfrm>
          <a:off x="0" y="22506"/>
          <a:ext cx="6521690" cy="105234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Objectives:</a:t>
          </a:r>
        </a:p>
      </dsp:txBody>
      <dsp:txXfrm>
        <a:off x="51371" y="73877"/>
        <a:ext cx="6418948" cy="949599"/>
      </dsp:txXfrm>
    </dsp:sp>
    <dsp:sp modelId="{344D1B74-7E91-1440-9185-62FD2EE14898}">
      <dsp:nvSpPr>
        <dsp:cNvPr id="0" name=""/>
        <dsp:cNvSpPr/>
      </dsp:nvSpPr>
      <dsp:spPr>
        <a:xfrm>
          <a:off x="0" y="1152608"/>
          <a:ext cx="6521690" cy="1052341"/>
        </a:xfrm>
        <a:prstGeom prst="roundRect">
          <a:avLst/>
        </a:prstGeom>
        <a:solidFill>
          <a:schemeClr val="accent5">
            <a:hueOff val="2252699"/>
            <a:satOff val="-5635"/>
            <a:lumOff val="-61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1. Perform EDA to understand transactional data.</a:t>
          </a:r>
        </a:p>
      </dsp:txBody>
      <dsp:txXfrm>
        <a:off x="51371" y="1203979"/>
        <a:ext cx="6418948" cy="949599"/>
      </dsp:txXfrm>
    </dsp:sp>
    <dsp:sp modelId="{405DE178-FEED-B04F-8C5C-367955724890}">
      <dsp:nvSpPr>
        <dsp:cNvPr id="0" name=""/>
        <dsp:cNvSpPr/>
      </dsp:nvSpPr>
      <dsp:spPr>
        <a:xfrm>
          <a:off x="0" y="2282710"/>
          <a:ext cx="6521690" cy="1052341"/>
        </a:xfrm>
        <a:prstGeom prst="roundRect">
          <a:avLst/>
        </a:prstGeom>
        <a:solidFill>
          <a:schemeClr val="accent5">
            <a:hueOff val="4505397"/>
            <a:satOff val="-11270"/>
            <a:lumOff val="-12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2. Apply AI-driven clustering for customer segmentation.</a:t>
          </a:r>
        </a:p>
      </dsp:txBody>
      <dsp:txXfrm>
        <a:off x="51371" y="2334081"/>
        <a:ext cx="6418948" cy="949599"/>
      </dsp:txXfrm>
    </dsp:sp>
    <dsp:sp modelId="{7B188375-3233-AD4B-A016-67AF2836FA5D}">
      <dsp:nvSpPr>
        <dsp:cNvPr id="0" name=""/>
        <dsp:cNvSpPr/>
      </dsp:nvSpPr>
      <dsp:spPr>
        <a:xfrm>
          <a:off x="0" y="3412811"/>
          <a:ext cx="6521690" cy="1052341"/>
        </a:xfrm>
        <a:prstGeom prst="roundRect">
          <a:avLst/>
        </a:prstGeom>
        <a:solidFill>
          <a:schemeClr val="accent5">
            <a:hueOff val="6758096"/>
            <a:satOff val="-16904"/>
            <a:lumOff val="-183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3. Develop predictive sales forecasting model.</a:t>
          </a:r>
        </a:p>
      </dsp:txBody>
      <dsp:txXfrm>
        <a:off x="51371" y="3464182"/>
        <a:ext cx="6418948" cy="949599"/>
      </dsp:txXfrm>
    </dsp:sp>
    <dsp:sp modelId="{FDC13C35-5447-DB4A-AF30-3A7DA45D5F25}">
      <dsp:nvSpPr>
        <dsp:cNvPr id="0" name=""/>
        <dsp:cNvSpPr/>
      </dsp:nvSpPr>
      <dsp:spPr>
        <a:xfrm>
          <a:off x="0" y="4542913"/>
          <a:ext cx="6521690" cy="1052341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Dataset: Tata Online Retail (UK-based giftware retailer).</a:t>
          </a:r>
        </a:p>
      </dsp:txBody>
      <dsp:txXfrm>
        <a:off x="51371" y="4594284"/>
        <a:ext cx="6418948" cy="9495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A53BAC-2C47-7F4A-84C6-6B02EF8C8831}">
      <dsp:nvSpPr>
        <dsp:cNvPr id="0" name=""/>
        <dsp:cNvSpPr/>
      </dsp:nvSpPr>
      <dsp:spPr>
        <a:xfrm>
          <a:off x="1912464" y="0"/>
          <a:ext cx="5645982" cy="5645982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1B1FB5-D15C-7649-8D19-6760424BAF18}">
      <dsp:nvSpPr>
        <dsp:cNvPr id="0" name=""/>
        <dsp:cNvSpPr/>
      </dsp:nvSpPr>
      <dsp:spPr>
        <a:xfrm>
          <a:off x="2448832" y="536368"/>
          <a:ext cx="2201933" cy="22019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Removed cancelled transactions and missing CustomerID.</a:t>
          </a:r>
        </a:p>
      </dsp:txBody>
      <dsp:txXfrm>
        <a:off x="2556322" y="643858"/>
        <a:ext cx="1986953" cy="1986953"/>
      </dsp:txXfrm>
    </dsp:sp>
    <dsp:sp modelId="{7964AD92-721F-144B-BF34-B8B59ADC3274}">
      <dsp:nvSpPr>
        <dsp:cNvPr id="0" name=""/>
        <dsp:cNvSpPr/>
      </dsp:nvSpPr>
      <dsp:spPr>
        <a:xfrm>
          <a:off x="4820145" y="536368"/>
          <a:ext cx="2201933" cy="22019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Converted InvoiceDate to datetime.</a:t>
          </a:r>
        </a:p>
      </dsp:txBody>
      <dsp:txXfrm>
        <a:off x="4927635" y="643858"/>
        <a:ext cx="1986953" cy="1986953"/>
      </dsp:txXfrm>
    </dsp:sp>
    <dsp:sp modelId="{10189C47-6231-D843-A6D3-430B522460A6}">
      <dsp:nvSpPr>
        <dsp:cNvPr id="0" name=""/>
        <dsp:cNvSpPr/>
      </dsp:nvSpPr>
      <dsp:spPr>
        <a:xfrm>
          <a:off x="2448832" y="2907681"/>
          <a:ext cx="2201933" cy="22019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Created TotalPrice = Quantity x UnitPrice.</a:t>
          </a:r>
        </a:p>
      </dsp:txBody>
      <dsp:txXfrm>
        <a:off x="2556322" y="3015171"/>
        <a:ext cx="1986953" cy="1986953"/>
      </dsp:txXfrm>
    </dsp:sp>
    <dsp:sp modelId="{C38B11EC-65DA-9C4F-B57E-63F34D60F83E}">
      <dsp:nvSpPr>
        <dsp:cNvPr id="0" name=""/>
        <dsp:cNvSpPr/>
      </dsp:nvSpPr>
      <dsp:spPr>
        <a:xfrm>
          <a:off x="4820145" y="2907681"/>
          <a:ext cx="2201933" cy="22019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Visual insights: Monthly sales trends, Top products by quantity &amp; revenue, Top countries by sales.</a:t>
          </a:r>
        </a:p>
      </dsp:txBody>
      <dsp:txXfrm>
        <a:off x="4927635" y="3015171"/>
        <a:ext cx="1986953" cy="19869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C8C92B-5D45-1C42-A782-70C7E2FB3E1F}">
      <dsp:nvSpPr>
        <dsp:cNvPr id="0" name=""/>
        <dsp:cNvSpPr/>
      </dsp:nvSpPr>
      <dsp:spPr>
        <a:xfrm>
          <a:off x="0" y="452592"/>
          <a:ext cx="6191011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RFM Model: Recency, Frequency, Monetary.</a:t>
          </a:r>
        </a:p>
      </dsp:txBody>
      <dsp:txXfrm>
        <a:off x="28100" y="480692"/>
        <a:ext cx="6134811" cy="519439"/>
      </dsp:txXfrm>
    </dsp:sp>
    <dsp:sp modelId="{F70F1EFA-A867-A346-A1B8-63960F0A24BD}">
      <dsp:nvSpPr>
        <dsp:cNvPr id="0" name=""/>
        <dsp:cNvSpPr/>
      </dsp:nvSpPr>
      <dsp:spPr>
        <a:xfrm>
          <a:off x="0" y="1097352"/>
          <a:ext cx="6191011" cy="575639"/>
        </a:xfrm>
        <a:prstGeom prst="roundRect">
          <a:avLst/>
        </a:prstGeom>
        <a:solidFill>
          <a:schemeClr val="accent5">
            <a:hueOff val="1501799"/>
            <a:satOff val="-3757"/>
            <a:lumOff val="-40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4 Clusters:</a:t>
          </a:r>
        </a:p>
      </dsp:txBody>
      <dsp:txXfrm>
        <a:off x="28100" y="1125452"/>
        <a:ext cx="6134811" cy="519439"/>
      </dsp:txXfrm>
    </dsp:sp>
    <dsp:sp modelId="{FCF08DE4-13FF-C64C-B57B-179DEF6CCC37}">
      <dsp:nvSpPr>
        <dsp:cNvPr id="0" name=""/>
        <dsp:cNvSpPr/>
      </dsp:nvSpPr>
      <dsp:spPr>
        <a:xfrm>
          <a:off x="0" y="1742112"/>
          <a:ext cx="6191011" cy="575639"/>
        </a:xfrm>
        <a:prstGeom prst="roundRect">
          <a:avLst/>
        </a:prstGeom>
        <a:solidFill>
          <a:schemeClr val="accent5">
            <a:hueOff val="3003598"/>
            <a:satOff val="-7513"/>
            <a:lumOff val="-81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1. Standard customers</a:t>
          </a:r>
        </a:p>
      </dsp:txBody>
      <dsp:txXfrm>
        <a:off x="28100" y="1770212"/>
        <a:ext cx="6134811" cy="519439"/>
      </dsp:txXfrm>
    </dsp:sp>
    <dsp:sp modelId="{1C3A0431-4536-654B-83B8-E815F0FDF6B1}">
      <dsp:nvSpPr>
        <dsp:cNvPr id="0" name=""/>
        <dsp:cNvSpPr/>
      </dsp:nvSpPr>
      <dsp:spPr>
        <a:xfrm>
          <a:off x="0" y="2386872"/>
          <a:ext cx="6191011" cy="575639"/>
        </a:xfrm>
        <a:prstGeom prst="roundRect">
          <a:avLst/>
        </a:prstGeom>
        <a:solidFill>
          <a:schemeClr val="accent5">
            <a:hueOff val="4505397"/>
            <a:satOff val="-11270"/>
            <a:lumOff val="-12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2. Inactive customers</a:t>
          </a:r>
        </a:p>
      </dsp:txBody>
      <dsp:txXfrm>
        <a:off x="28100" y="2414972"/>
        <a:ext cx="6134811" cy="519439"/>
      </dsp:txXfrm>
    </dsp:sp>
    <dsp:sp modelId="{814EDB41-099E-924D-97B6-24D3A7344580}">
      <dsp:nvSpPr>
        <dsp:cNvPr id="0" name=""/>
        <dsp:cNvSpPr/>
      </dsp:nvSpPr>
      <dsp:spPr>
        <a:xfrm>
          <a:off x="0" y="3031632"/>
          <a:ext cx="6191011" cy="575639"/>
        </a:xfrm>
        <a:prstGeom prst="roundRect">
          <a:avLst/>
        </a:prstGeom>
        <a:solidFill>
          <a:schemeClr val="accent5">
            <a:hueOff val="6007196"/>
            <a:satOff val="-15026"/>
            <a:lumOff val="-163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3. Super VIPs</a:t>
          </a:r>
        </a:p>
      </dsp:txBody>
      <dsp:txXfrm>
        <a:off x="28100" y="3059732"/>
        <a:ext cx="6134811" cy="519439"/>
      </dsp:txXfrm>
    </dsp:sp>
    <dsp:sp modelId="{D1380C3F-B9CF-C045-8074-13F50D17201D}">
      <dsp:nvSpPr>
        <dsp:cNvPr id="0" name=""/>
        <dsp:cNvSpPr/>
      </dsp:nvSpPr>
      <dsp:spPr>
        <a:xfrm>
          <a:off x="0" y="3676392"/>
          <a:ext cx="6191011" cy="575639"/>
        </a:xfrm>
        <a:prstGeom prst="roundRect">
          <a:avLst/>
        </a:prstGeom>
        <a:solidFill>
          <a:schemeClr val="accent5">
            <a:hueOff val="7508995"/>
            <a:satOff val="-18783"/>
            <a:lumOff val="-204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4. Loyal spenders</a:t>
          </a:r>
        </a:p>
      </dsp:txBody>
      <dsp:txXfrm>
        <a:off x="28100" y="3704492"/>
        <a:ext cx="6134811" cy="519439"/>
      </dsp:txXfrm>
    </dsp:sp>
    <dsp:sp modelId="{7E62074B-692C-934E-8D84-8D6125C9F256}">
      <dsp:nvSpPr>
        <dsp:cNvPr id="0" name=""/>
        <dsp:cNvSpPr/>
      </dsp:nvSpPr>
      <dsp:spPr>
        <a:xfrm>
          <a:off x="0" y="4321152"/>
          <a:ext cx="6191011" cy="575639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-Helps target marketing strategies.</a:t>
          </a:r>
        </a:p>
      </dsp:txBody>
      <dsp:txXfrm>
        <a:off x="28100" y="4349252"/>
        <a:ext cx="6134811" cy="5194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ED8C5D-D445-43E9-8DD9-E8FFF212BDEE}">
      <dsp:nvSpPr>
        <dsp:cNvPr id="0" name=""/>
        <dsp:cNvSpPr/>
      </dsp:nvSpPr>
      <dsp:spPr>
        <a:xfrm>
          <a:off x="0" y="456"/>
          <a:ext cx="7258749" cy="6277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DF8EFA-5CF3-4D6B-9E70-5E31558BF572}">
      <dsp:nvSpPr>
        <dsp:cNvPr id="0" name=""/>
        <dsp:cNvSpPr/>
      </dsp:nvSpPr>
      <dsp:spPr>
        <a:xfrm>
          <a:off x="189903" y="141706"/>
          <a:ext cx="345278" cy="3452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6D94C-9B5F-4EB7-A94D-FD269C3C38C9}">
      <dsp:nvSpPr>
        <dsp:cNvPr id="0" name=""/>
        <dsp:cNvSpPr/>
      </dsp:nvSpPr>
      <dsp:spPr>
        <a:xfrm>
          <a:off x="725085" y="456"/>
          <a:ext cx="6533663" cy="627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40" tIns="66440" rIns="66440" bIns="664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-Product: Premium items for VIPs.</a:t>
          </a:r>
        </a:p>
      </dsp:txBody>
      <dsp:txXfrm>
        <a:off x="725085" y="456"/>
        <a:ext cx="6533663" cy="627779"/>
      </dsp:txXfrm>
    </dsp:sp>
    <dsp:sp modelId="{0193CCBD-E37F-43E5-810A-12BFE88209A7}">
      <dsp:nvSpPr>
        <dsp:cNvPr id="0" name=""/>
        <dsp:cNvSpPr/>
      </dsp:nvSpPr>
      <dsp:spPr>
        <a:xfrm>
          <a:off x="0" y="785180"/>
          <a:ext cx="7258749" cy="6277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4259DA-6FD1-4DA9-A4F1-1E9D59765248}">
      <dsp:nvSpPr>
        <dsp:cNvPr id="0" name=""/>
        <dsp:cNvSpPr/>
      </dsp:nvSpPr>
      <dsp:spPr>
        <a:xfrm>
          <a:off x="189903" y="926430"/>
          <a:ext cx="345278" cy="3452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13D6F3-A151-4E16-80D3-6235E8CCE04A}">
      <dsp:nvSpPr>
        <dsp:cNvPr id="0" name=""/>
        <dsp:cNvSpPr/>
      </dsp:nvSpPr>
      <dsp:spPr>
        <a:xfrm>
          <a:off x="725085" y="785180"/>
          <a:ext cx="6533663" cy="627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40" tIns="66440" rIns="66440" bIns="664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-Price: Discounts for inactive customers.</a:t>
          </a:r>
        </a:p>
      </dsp:txBody>
      <dsp:txXfrm>
        <a:off x="725085" y="785180"/>
        <a:ext cx="6533663" cy="627779"/>
      </dsp:txXfrm>
    </dsp:sp>
    <dsp:sp modelId="{C37B3DD6-DAC3-42D0-B1E7-54B89B55AF2D}">
      <dsp:nvSpPr>
        <dsp:cNvPr id="0" name=""/>
        <dsp:cNvSpPr/>
      </dsp:nvSpPr>
      <dsp:spPr>
        <a:xfrm>
          <a:off x="0" y="1569904"/>
          <a:ext cx="7258749" cy="6277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B9BAEC-4CA4-465D-98F1-CF65AF5BD34F}">
      <dsp:nvSpPr>
        <dsp:cNvPr id="0" name=""/>
        <dsp:cNvSpPr/>
      </dsp:nvSpPr>
      <dsp:spPr>
        <a:xfrm>
          <a:off x="189903" y="1711154"/>
          <a:ext cx="345278" cy="3452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57F9C-64F7-4403-B7DF-2ADDA0841C75}">
      <dsp:nvSpPr>
        <dsp:cNvPr id="0" name=""/>
        <dsp:cNvSpPr/>
      </dsp:nvSpPr>
      <dsp:spPr>
        <a:xfrm>
          <a:off x="725085" y="1569904"/>
          <a:ext cx="6533663" cy="627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40" tIns="66440" rIns="66440" bIns="664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-Place: Direct channels for VIPs.</a:t>
          </a:r>
        </a:p>
      </dsp:txBody>
      <dsp:txXfrm>
        <a:off x="725085" y="1569904"/>
        <a:ext cx="6533663" cy="627779"/>
      </dsp:txXfrm>
    </dsp:sp>
    <dsp:sp modelId="{CE4CB342-BB19-4FF0-8825-A57A4990D26F}">
      <dsp:nvSpPr>
        <dsp:cNvPr id="0" name=""/>
        <dsp:cNvSpPr/>
      </dsp:nvSpPr>
      <dsp:spPr>
        <a:xfrm>
          <a:off x="0" y="2354628"/>
          <a:ext cx="7258749" cy="6277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C197DF-0784-4FB9-AA77-D40AF70DCF1E}">
      <dsp:nvSpPr>
        <dsp:cNvPr id="0" name=""/>
        <dsp:cNvSpPr/>
      </dsp:nvSpPr>
      <dsp:spPr>
        <a:xfrm>
          <a:off x="189903" y="2495879"/>
          <a:ext cx="345278" cy="3452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BD650-FD8B-4315-974C-B727AF1608D3}">
      <dsp:nvSpPr>
        <dsp:cNvPr id="0" name=""/>
        <dsp:cNvSpPr/>
      </dsp:nvSpPr>
      <dsp:spPr>
        <a:xfrm>
          <a:off x="725085" y="2354628"/>
          <a:ext cx="6533663" cy="627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40" tIns="66440" rIns="66440" bIns="664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-Promotion: Targeted campaigns.</a:t>
          </a:r>
        </a:p>
      </dsp:txBody>
      <dsp:txXfrm>
        <a:off x="725085" y="2354628"/>
        <a:ext cx="6533663" cy="627779"/>
      </dsp:txXfrm>
    </dsp:sp>
    <dsp:sp modelId="{02B447BB-2574-4532-8A35-98563442BB80}">
      <dsp:nvSpPr>
        <dsp:cNvPr id="0" name=""/>
        <dsp:cNvSpPr/>
      </dsp:nvSpPr>
      <dsp:spPr>
        <a:xfrm>
          <a:off x="0" y="3139353"/>
          <a:ext cx="7258749" cy="6277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FA9C4E-612C-425A-A352-5C159094A3BB}">
      <dsp:nvSpPr>
        <dsp:cNvPr id="0" name=""/>
        <dsp:cNvSpPr/>
      </dsp:nvSpPr>
      <dsp:spPr>
        <a:xfrm>
          <a:off x="189903" y="3280603"/>
          <a:ext cx="345278" cy="3452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2F4D68-7149-4BFB-A07D-8A05FA38621E}">
      <dsp:nvSpPr>
        <dsp:cNvPr id="0" name=""/>
        <dsp:cNvSpPr/>
      </dsp:nvSpPr>
      <dsp:spPr>
        <a:xfrm>
          <a:off x="725085" y="3139353"/>
          <a:ext cx="6533663" cy="627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40" tIns="66440" rIns="66440" bIns="664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-People: Focus on high-value clients.</a:t>
          </a:r>
        </a:p>
      </dsp:txBody>
      <dsp:txXfrm>
        <a:off x="725085" y="3139353"/>
        <a:ext cx="6533663" cy="627779"/>
      </dsp:txXfrm>
    </dsp:sp>
    <dsp:sp modelId="{55DF86E1-3DB7-4424-A829-1CEDF42C743E}">
      <dsp:nvSpPr>
        <dsp:cNvPr id="0" name=""/>
        <dsp:cNvSpPr/>
      </dsp:nvSpPr>
      <dsp:spPr>
        <a:xfrm>
          <a:off x="0" y="3924077"/>
          <a:ext cx="7258749" cy="6277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F40D04-D300-4331-B393-B3391FEC3E54}">
      <dsp:nvSpPr>
        <dsp:cNvPr id="0" name=""/>
        <dsp:cNvSpPr/>
      </dsp:nvSpPr>
      <dsp:spPr>
        <a:xfrm>
          <a:off x="189903" y="4065327"/>
          <a:ext cx="345278" cy="34527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0BC196-B694-4B44-8733-63432754DD4B}">
      <dsp:nvSpPr>
        <dsp:cNvPr id="0" name=""/>
        <dsp:cNvSpPr/>
      </dsp:nvSpPr>
      <dsp:spPr>
        <a:xfrm>
          <a:off x="725085" y="3924077"/>
          <a:ext cx="6533663" cy="627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40" tIns="66440" rIns="66440" bIns="664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-Process: Automated CRM workflows.</a:t>
          </a:r>
        </a:p>
      </dsp:txBody>
      <dsp:txXfrm>
        <a:off x="725085" y="3924077"/>
        <a:ext cx="6533663" cy="627779"/>
      </dsp:txXfrm>
    </dsp:sp>
    <dsp:sp modelId="{32C3B900-7E2D-4EDE-B298-8996A16ADE5F}">
      <dsp:nvSpPr>
        <dsp:cNvPr id="0" name=""/>
        <dsp:cNvSpPr/>
      </dsp:nvSpPr>
      <dsp:spPr>
        <a:xfrm>
          <a:off x="0" y="4708801"/>
          <a:ext cx="7258749" cy="62777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F4A698-305B-4887-B335-8DF01CB620B0}">
      <dsp:nvSpPr>
        <dsp:cNvPr id="0" name=""/>
        <dsp:cNvSpPr/>
      </dsp:nvSpPr>
      <dsp:spPr>
        <a:xfrm>
          <a:off x="189903" y="4850051"/>
          <a:ext cx="345278" cy="34527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9A2C9-5466-49BA-A1CD-9F63082552E8}">
      <dsp:nvSpPr>
        <dsp:cNvPr id="0" name=""/>
        <dsp:cNvSpPr/>
      </dsp:nvSpPr>
      <dsp:spPr>
        <a:xfrm>
          <a:off x="725085" y="4708801"/>
          <a:ext cx="6533663" cy="627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40" tIns="66440" rIns="66440" bIns="664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-Physical Evidence: Enhanced packaging for premium customers.</a:t>
          </a:r>
        </a:p>
      </dsp:txBody>
      <dsp:txXfrm>
        <a:off x="725085" y="4708801"/>
        <a:ext cx="6533663" cy="6277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78DAF3-15E7-4ECC-884E-B8C1B83A2889}">
      <dsp:nvSpPr>
        <dsp:cNvPr id="0" name=""/>
        <dsp:cNvSpPr/>
      </dsp:nvSpPr>
      <dsp:spPr>
        <a:xfrm>
          <a:off x="0" y="2109"/>
          <a:ext cx="6353775" cy="1069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6FEA8C-4EE7-4F3D-ACE3-E60865C8F85E}">
      <dsp:nvSpPr>
        <dsp:cNvPr id="0" name=""/>
        <dsp:cNvSpPr/>
      </dsp:nvSpPr>
      <dsp:spPr>
        <a:xfrm>
          <a:off x="323406" y="242659"/>
          <a:ext cx="588012" cy="58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0A785-3916-402E-A4AA-B3822DD1485F}">
      <dsp:nvSpPr>
        <dsp:cNvPr id="0" name=""/>
        <dsp:cNvSpPr/>
      </dsp:nvSpPr>
      <dsp:spPr>
        <a:xfrm>
          <a:off x="1234825" y="2109"/>
          <a:ext cx="5118949" cy="106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48" tIns="113148" rIns="113148" bIns="1131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-Aggregated daily &amp; monthly sales data.</a:t>
          </a:r>
        </a:p>
      </dsp:txBody>
      <dsp:txXfrm>
        <a:off x="1234825" y="2109"/>
        <a:ext cx="5118949" cy="1069113"/>
      </dsp:txXfrm>
    </dsp:sp>
    <dsp:sp modelId="{06F08231-978C-4298-AD24-B296ACE37393}">
      <dsp:nvSpPr>
        <dsp:cNvPr id="0" name=""/>
        <dsp:cNvSpPr/>
      </dsp:nvSpPr>
      <dsp:spPr>
        <a:xfrm>
          <a:off x="0" y="1338500"/>
          <a:ext cx="6353775" cy="1069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D329F7-87CD-4B8F-A512-8631CB670EDE}">
      <dsp:nvSpPr>
        <dsp:cNvPr id="0" name=""/>
        <dsp:cNvSpPr/>
      </dsp:nvSpPr>
      <dsp:spPr>
        <a:xfrm>
          <a:off x="323406" y="1579051"/>
          <a:ext cx="588012" cy="58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5F898B-7CBA-4C87-9117-E4C01B11C540}">
      <dsp:nvSpPr>
        <dsp:cNvPr id="0" name=""/>
        <dsp:cNvSpPr/>
      </dsp:nvSpPr>
      <dsp:spPr>
        <a:xfrm>
          <a:off x="1234825" y="1338500"/>
          <a:ext cx="5118949" cy="106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48" tIns="113148" rIns="113148" bIns="1131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-Forecast horizon: 90 days ahead.</a:t>
          </a:r>
        </a:p>
      </dsp:txBody>
      <dsp:txXfrm>
        <a:off x="1234825" y="1338500"/>
        <a:ext cx="5118949" cy="1069113"/>
      </dsp:txXfrm>
    </dsp:sp>
    <dsp:sp modelId="{E9929D7D-6143-4ED6-B354-4B87DA4BD35D}">
      <dsp:nvSpPr>
        <dsp:cNvPr id="0" name=""/>
        <dsp:cNvSpPr/>
      </dsp:nvSpPr>
      <dsp:spPr>
        <a:xfrm>
          <a:off x="0" y="2674892"/>
          <a:ext cx="6353775" cy="1069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6A4F8D-3E07-4568-8D5B-610033E7072C}">
      <dsp:nvSpPr>
        <dsp:cNvPr id="0" name=""/>
        <dsp:cNvSpPr/>
      </dsp:nvSpPr>
      <dsp:spPr>
        <a:xfrm>
          <a:off x="323406" y="2915442"/>
          <a:ext cx="588012" cy="58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DBF3C-7191-467F-9E67-EB45B149A1DC}">
      <dsp:nvSpPr>
        <dsp:cNvPr id="0" name=""/>
        <dsp:cNvSpPr/>
      </dsp:nvSpPr>
      <dsp:spPr>
        <a:xfrm>
          <a:off x="1234825" y="2674892"/>
          <a:ext cx="5118949" cy="106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48" tIns="113148" rIns="113148" bIns="1131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-Stable but slight downward trend forecasted.</a:t>
          </a:r>
        </a:p>
      </dsp:txBody>
      <dsp:txXfrm>
        <a:off x="1234825" y="2674892"/>
        <a:ext cx="5118949" cy="1069113"/>
      </dsp:txXfrm>
    </dsp:sp>
    <dsp:sp modelId="{E5C33302-A93E-42F6-AAEB-6E8524B0FB94}">
      <dsp:nvSpPr>
        <dsp:cNvPr id="0" name=""/>
        <dsp:cNvSpPr/>
      </dsp:nvSpPr>
      <dsp:spPr>
        <a:xfrm>
          <a:off x="0" y="4011283"/>
          <a:ext cx="6353775" cy="1069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500B7-18CA-464D-83FF-E16DBADFD3DD}">
      <dsp:nvSpPr>
        <dsp:cNvPr id="0" name=""/>
        <dsp:cNvSpPr/>
      </dsp:nvSpPr>
      <dsp:spPr>
        <a:xfrm>
          <a:off x="323406" y="4251833"/>
          <a:ext cx="588012" cy="58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B9683-9EF2-407F-B8A9-E0C9C1E476D9}">
      <dsp:nvSpPr>
        <dsp:cNvPr id="0" name=""/>
        <dsp:cNvSpPr/>
      </dsp:nvSpPr>
      <dsp:spPr>
        <a:xfrm>
          <a:off x="1234825" y="4011283"/>
          <a:ext cx="5118949" cy="106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48" tIns="113148" rIns="113148" bIns="11314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-Confidence intervals included for planning.</a:t>
          </a:r>
        </a:p>
      </dsp:txBody>
      <dsp:txXfrm>
        <a:off x="1234825" y="4011283"/>
        <a:ext cx="5118949" cy="106911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4E15CD-0DD2-415E-9F41-6C57D061AAB6}">
      <dsp:nvSpPr>
        <dsp:cNvPr id="0" name=""/>
        <dsp:cNvSpPr/>
      </dsp:nvSpPr>
      <dsp:spPr>
        <a:xfrm>
          <a:off x="0" y="3993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5B4232-4DB2-420D-A348-DCD98D289F07}">
      <dsp:nvSpPr>
        <dsp:cNvPr id="0" name=""/>
        <dsp:cNvSpPr/>
      </dsp:nvSpPr>
      <dsp:spPr>
        <a:xfrm>
          <a:off x="257290" y="195365"/>
          <a:ext cx="467800" cy="467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6FE2D-AA15-42FE-A1FD-BF7D60EEB266}">
      <dsp:nvSpPr>
        <dsp:cNvPr id="0" name=""/>
        <dsp:cNvSpPr/>
      </dsp:nvSpPr>
      <dsp:spPr>
        <a:xfrm>
          <a:off x="982380" y="3993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-Successful segmentation and forecasting.</a:t>
          </a:r>
        </a:p>
      </dsp:txBody>
      <dsp:txXfrm>
        <a:off x="982380" y="3993"/>
        <a:ext cx="6234035" cy="850545"/>
      </dsp:txXfrm>
    </dsp:sp>
    <dsp:sp modelId="{ED4911EB-2A6B-46FF-94D1-DCE24D1F69D6}">
      <dsp:nvSpPr>
        <dsp:cNvPr id="0" name=""/>
        <dsp:cNvSpPr/>
      </dsp:nvSpPr>
      <dsp:spPr>
        <a:xfrm>
          <a:off x="0" y="1067175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A4C773-A681-4042-99EC-5358AE00B634}">
      <dsp:nvSpPr>
        <dsp:cNvPr id="0" name=""/>
        <dsp:cNvSpPr/>
      </dsp:nvSpPr>
      <dsp:spPr>
        <a:xfrm>
          <a:off x="257290" y="1258547"/>
          <a:ext cx="467800" cy="467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7E8A10-41AB-4CD6-AEA7-20271559DA2F}">
      <dsp:nvSpPr>
        <dsp:cNvPr id="0" name=""/>
        <dsp:cNvSpPr/>
      </dsp:nvSpPr>
      <dsp:spPr>
        <a:xfrm>
          <a:off x="982380" y="1067175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-Immediate action: Loyalty programs, win-back campaigns.</a:t>
          </a:r>
        </a:p>
      </dsp:txBody>
      <dsp:txXfrm>
        <a:off x="982380" y="1067175"/>
        <a:ext cx="6234035" cy="850545"/>
      </dsp:txXfrm>
    </dsp:sp>
    <dsp:sp modelId="{6E2F0F29-03CC-4769-BA46-CC48D3A56AAA}">
      <dsp:nvSpPr>
        <dsp:cNvPr id="0" name=""/>
        <dsp:cNvSpPr/>
      </dsp:nvSpPr>
      <dsp:spPr>
        <a:xfrm>
          <a:off x="0" y="2130357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F31AFC-BB5C-4BD6-81C9-7C63DC989C13}">
      <dsp:nvSpPr>
        <dsp:cNvPr id="0" name=""/>
        <dsp:cNvSpPr/>
      </dsp:nvSpPr>
      <dsp:spPr>
        <a:xfrm>
          <a:off x="257290" y="2321729"/>
          <a:ext cx="467800" cy="467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A5803-09BA-41B1-827B-E0F88D5E1180}">
      <dsp:nvSpPr>
        <dsp:cNvPr id="0" name=""/>
        <dsp:cNvSpPr/>
      </dsp:nvSpPr>
      <dsp:spPr>
        <a:xfrm>
          <a:off x="982380" y="2130357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-Medium-term: Refine product &amp; promotion strategies.</a:t>
          </a:r>
        </a:p>
      </dsp:txBody>
      <dsp:txXfrm>
        <a:off x="982380" y="2130357"/>
        <a:ext cx="6234035" cy="850545"/>
      </dsp:txXfrm>
    </dsp:sp>
    <dsp:sp modelId="{4AE92EA9-6DDC-48CA-87DA-D9F301BC097B}">
      <dsp:nvSpPr>
        <dsp:cNvPr id="0" name=""/>
        <dsp:cNvSpPr/>
      </dsp:nvSpPr>
      <dsp:spPr>
        <a:xfrm>
          <a:off x="0" y="3193539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49A2F8-A0DB-4DF5-A8EF-B56CF4CCA070}">
      <dsp:nvSpPr>
        <dsp:cNvPr id="0" name=""/>
        <dsp:cNvSpPr/>
      </dsp:nvSpPr>
      <dsp:spPr>
        <a:xfrm>
          <a:off x="257290" y="3384911"/>
          <a:ext cx="467800" cy="4678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CE530-2617-4E28-9688-87E5A0A838A3}">
      <dsp:nvSpPr>
        <dsp:cNvPr id="0" name=""/>
        <dsp:cNvSpPr/>
      </dsp:nvSpPr>
      <dsp:spPr>
        <a:xfrm>
          <a:off x="982380" y="3193539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-Long-term: Automate analytics, integrate into CRM, run A/B tests.</a:t>
          </a:r>
        </a:p>
      </dsp:txBody>
      <dsp:txXfrm>
        <a:off x="982380" y="3193539"/>
        <a:ext cx="6234035" cy="850545"/>
      </dsp:txXfrm>
    </dsp:sp>
    <dsp:sp modelId="{44DFD23E-7311-4751-B8F2-99A78DB8DB49}">
      <dsp:nvSpPr>
        <dsp:cNvPr id="0" name=""/>
        <dsp:cNvSpPr/>
      </dsp:nvSpPr>
      <dsp:spPr>
        <a:xfrm>
          <a:off x="0" y="4256721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28B315-AA8D-4070-9E7F-696BE35291DB}">
      <dsp:nvSpPr>
        <dsp:cNvPr id="0" name=""/>
        <dsp:cNvSpPr/>
      </dsp:nvSpPr>
      <dsp:spPr>
        <a:xfrm>
          <a:off x="257290" y="4448093"/>
          <a:ext cx="467800" cy="4678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D1182F-CAD7-4A47-B900-2E2A106145D5}">
      <dsp:nvSpPr>
        <dsp:cNvPr id="0" name=""/>
        <dsp:cNvSpPr/>
      </dsp:nvSpPr>
      <dsp:spPr>
        <a:xfrm>
          <a:off x="982380" y="4256721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-Focus on continuous data-driven strategy.</a:t>
          </a:r>
        </a:p>
      </dsp:txBody>
      <dsp:txXfrm>
        <a:off x="982380" y="4256721"/>
        <a:ext cx="6234035" cy="8505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12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0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75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19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12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66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10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49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1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31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811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74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576">
          <p15:clr>
            <a:srgbClr val="F26B43"/>
          </p15:clr>
        </p15:guide>
        <p15:guide id="10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gital financial graph">
            <a:extLst>
              <a:ext uri="{FF2B5EF4-FFF2-40B4-BE49-F238E27FC236}">
                <a16:creationId xmlns:a16="http://schemas.microsoft.com/office/drawing/2014/main" id="{1BBEF18D-DC46-1452-C93A-26B73AEB58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093" r="9085" b="-7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>
                <a:solidFill>
                  <a:srgbClr val="FFFFFF"/>
                </a:solidFill>
              </a:rPr>
              <a:t>Marketing Analytics Using AI &amp; Machine Learning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315525" y="5279844"/>
            <a:ext cx="5639363" cy="141516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</a:rPr>
              <a:t>Essis Desiree &amp; Irene Lesitsi
UID: 25MDA10001 &amp; 25MDA10002
Date: 09.09.2025
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784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lang="en-US" dirty="0"/>
              <a:t>This project demonstrates the powerful application of AI and data science to transform a standard e-commerce transaction dataset into a strategic asset. Key objectives: customer segmentation using RFM and sales forecasting with Prophet algorithm. Recommendations: focus retention on Super VIPs &amp; Loyal segments, target inactive customers, and integrate forecasts into planning.</a:t>
            </a:r>
            <a:endParaRPr lang="en-US"/>
          </a:p>
        </p:txBody>
      </p:sp>
      <p:pic>
        <p:nvPicPr>
          <p:cNvPr id="6" name="Picture 5" descr="Digital financial graph">
            <a:extLst>
              <a:ext uri="{FF2B5EF4-FFF2-40B4-BE49-F238E27FC236}">
                <a16:creationId xmlns:a16="http://schemas.microsoft.com/office/drawing/2014/main" id="{DBC0A21C-2F49-69E7-F036-943789E2A4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79" r="20870" b="-2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72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/>
              <a:t>Introduction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241963E3-7429-A2C8-3716-5540D7DC63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0971854"/>
              </p:ext>
            </p:extLst>
          </p:nvPr>
        </p:nvGraphicFramePr>
        <p:xfrm>
          <a:off x="5051651" y="680156"/>
          <a:ext cx="6521690" cy="5617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7826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/>
              <a:t>Exploratory Data Analysis (EDA)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43F7262A-99FE-4BB6-1F04-5FDB872CC2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572776"/>
              </p:ext>
            </p:extLst>
          </p:nvPr>
        </p:nvGraphicFramePr>
        <p:xfrm>
          <a:off x="2271764" y="680157"/>
          <a:ext cx="9470911" cy="5645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1847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814" y="379563"/>
            <a:ext cx="5047229" cy="6463526"/>
          </a:xfrm>
        </p:spPr>
        <p:txBody>
          <a:bodyPr anchor="t">
            <a:normAutofit/>
          </a:bodyPr>
          <a:lstStyle/>
          <a:p>
            <a:r>
              <a:rPr lang="en-US" sz="2400" dirty="0"/>
              <a:t>Customer Segmentation (K-Means)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C75A3CD9-2B55-ADF0-7805-20C7CB213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7437479"/>
              </p:ext>
            </p:extLst>
          </p:nvPr>
        </p:nvGraphicFramePr>
        <p:xfrm>
          <a:off x="5382330" y="948533"/>
          <a:ext cx="6191011" cy="53493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2" name="Picture 21" descr="A chart with numbers and colored dots&#10;&#10;AI-generated content may be incorrect.">
            <a:extLst>
              <a:ext uri="{FF2B5EF4-FFF2-40B4-BE49-F238E27FC236}">
                <a16:creationId xmlns:a16="http://schemas.microsoft.com/office/drawing/2014/main" id="{6AE10EE6-2A10-31B9-5683-B003CD035A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5227" y="1467863"/>
            <a:ext cx="5409481" cy="496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15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Impact on Marketing Mix (7Ps)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6C66311F-4FEF-C1EE-1A1B-C8B10A6E3E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4895250"/>
              </p:ext>
            </p:extLst>
          </p:nvPr>
        </p:nvGraphicFramePr>
        <p:xfrm>
          <a:off x="4303332" y="665829"/>
          <a:ext cx="7258749" cy="5337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355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7476" y="8626"/>
            <a:ext cx="5056548" cy="6187726"/>
          </a:xfrm>
        </p:spPr>
        <p:txBody>
          <a:bodyPr anchor="t">
            <a:normAutofit/>
          </a:bodyPr>
          <a:lstStyle/>
          <a:p>
            <a:r>
              <a:rPr lang="en-US" sz="3600" dirty="0"/>
              <a:t>Sales Forecasting (AI - Prophet)</a:t>
            </a:r>
            <a:br>
              <a:rPr lang="en-US" sz="3600" dirty="0"/>
            </a:br>
            <a:endParaRPr lang="en-US" sz="36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D90CF510-4D83-E8B5-3F90-2D3ED7FD38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0685730"/>
              </p:ext>
            </p:extLst>
          </p:nvPr>
        </p:nvGraphicFramePr>
        <p:xfrm>
          <a:off x="5827330" y="905983"/>
          <a:ext cx="6353775" cy="5082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5" name="Picture 44" descr="A graph of a sales forecast&#10;&#10;AI-generated content may be incorrect.">
            <a:extLst>
              <a:ext uri="{FF2B5EF4-FFF2-40B4-BE49-F238E27FC236}">
                <a16:creationId xmlns:a16="http://schemas.microsoft.com/office/drawing/2014/main" id="{25DE89D7-4132-B798-58AC-08BB0D988E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1" y="1305914"/>
            <a:ext cx="5669353" cy="469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90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01414" y="900288"/>
            <a:ext cx="3847252" cy="4174631"/>
          </a:xfrm>
        </p:spPr>
        <p:txBody>
          <a:bodyPr anchor="t">
            <a:normAutofit/>
          </a:bodyPr>
          <a:lstStyle/>
          <a:p>
            <a:r>
              <a:rPr lang="en-US" sz="2800" dirty="0"/>
              <a:t>Conclusion &amp; Recommendations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DB7AF52F-94C8-00D3-8F60-300B0ACDFB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1352972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525248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DashVTI</vt:lpstr>
      <vt:lpstr>Marketing Analytics Using AI &amp; Machine Learning</vt:lpstr>
      <vt:lpstr>Executive Summary</vt:lpstr>
      <vt:lpstr>Introduction</vt:lpstr>
      <vt:lpstr>Exploratory Data Analysis (EDA)</vt:lpstr>
      <vt:lpstr>Customer Segmentation (K-Means)  </vt:lpstr>
      <vt:lpstr>Impact on Marketing Mix (7Ps)</vt:lpstr>
      <vt:lpstr>Sales Forecasting (AI - Prophet) </vt:lpstr>
      <vt:lpstr>Conclusion &amp;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Analytics Using AI &amp; Machine Learning</dc:title>
  <dc:creator>Relebohile Lesitsi</dc:creator>
  <cp:lastModifiedBy>Relebohile Lesitsi</cp:lastModifiedBy>
  <cp:revision>49</cp:revision>
  <dcterms:created xsi:type="dcterms:W3CDTF">2025-09-12T11:46:35Z</dcterms:created>
  <dcterms:modified xsi:type="dcterms:W3CDTF">2025-09-12T12:33:55Z</dcterms:modified>
</cp:coreProperties>
</file>